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"/>
  </p:notesMasterIdLst>
  <p:sldIdLst>
    <p:sldId id="256" r:id="rId2"/>
    <p:sldId id="264" r:id="rId3"/>
    <p:sldId id="257" r:id="rId4"/>
    <p:sldId id="259" r:id="rId5"/>
    <p:sldId id="265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58"/>
  </p:normalViewPr>
  <p:slideViewPr>
    <p:cSldViewPr snapToGrid="0">
      <p:cViewPr varScale="1">
        <p:scale>
          <a:sx n="105" d="100"/>
          <a:sy n="105" d="100"/>
        </p:scale>
        <p:origin x="21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D37A9-A8C5-44B0-A06B-89C55FBB7EF3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0F273-A791-494B-8FE9-5ED89BE593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1534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0F273-A791-494B-8FE9-5ED89BE5934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617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B0F273-A791-494B-8FE9-5ED89BE5934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98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882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71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7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73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51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047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255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72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50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8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382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24033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80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572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72AA764-8AD4-486E-BBA6-58AD7BC09404}" type="datetimeFigureOut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A8194115-7FE6-4DC9-90EA-1369E38041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714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85031A6-3A4A-DE1F-A789-783F45956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559" y="1286935"/>
            <a:ext cx="9638153" cy="2668377"/>
          </a:xfrm>
          <a:effectLst/>
        </p:spPr>
        <p:txBody>
          <a:bodyPr>
            <a:normAutofit/>
          </a:bodyPr>
          <a:lstStyle/>
          <a:p>
            <a:pPr algn="ctr"/>
            <a:r>
              <a:rPr kumimoji="1" lang="ja-JP" altLang="en-US" b="1">
                <a:solidFill>
                  <a:schemeClr val="tx1"/>
                </a:solidFill>
              </a:rPr>
              <a:t>アルコール用</a:t>
            </a:r>
            <a:br>
              <a:rPr kumimoji="1" lang="en-US" altLang="ja-JP" b="1">
                <a:solidFill>
                  <a:schemeClr val="tx1"/>
                </a:solidFill>
              </a:rPr>
            </a:br>
            <a:r>
              <a:rPr kumimoji="1" lang="ja-JP" altLang="en-US" b="1">
                <a:solidFill>
                  <a:schemeClr val="tx1"/>
                </a:solidFill>
              </a:rPr>
              <a:t>センサーカバー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90FCE73-559E-8524-0653-DD5717577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559" y="4116179"/>
            <a:ext cx="9638153" cy="1599642"/>
          </a:xfrm>
          <a:effectLst/>
        </p:spPr>
        <p:txBody>
          <a:bodyPr>
            <a:norm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1098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E5C105-2A11-4573-A158-BE9EB5CB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アルコール用センサーカバーとは</a:t>
            </a:r>
          </a:p>
        </p:txBody>
      </p:sp>
      <p:pic>
        <p:nvPicPr>
          <p:cNvPr id="5" name="コンテンツ プレースホルダー 4" descr="屋内, 座る, テーブル, コンピュータ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A1541F77-585A-7FC6-EB17-654820C8CB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" b="-4"/>
          <a:stretch>
            <a:fillRect/>
          </a:stretch>
        </p:blipFill>
        <p:spPr>
          <a:xfrm rot="5400000">
            <a:off x="248061" y="3227983"/>
            <a:ext cx="3639451" cy="2743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星: 32 pt 6">
            <a:extLst>
              <a:ext uri="{FF2B5EF4-FFF2-40B4-BE49-F238E27FC236}">
                <a16:creationId xmlns:a16="http://schemas.microsoft.com/office/drawing/2014/main" id="{6B454F01-B467-02E7-8D41-4435F664B49C}"/>
              </a:ext>
            </a:extLst>
          </p:cNvPr>
          <p:cNvSpPr/>
          <p:nvPr/>
        </p:nvSpPr>
        <p:spPr>
          <a:xfrm>
            <a:off x="3746360" y="2780067"/>
            <a:ext cx="4160725" cy="3598989"/>
          </a:xfrm>
          <a:prstGeom prst="star32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kumimoji="1" lang="ja-JP" altLang="en-US" sz="2400" b="1" dirty="0">
                <a:solidFill>
                  <a:schemeClr val="tx1"/>
                </a:solidFill>
              </a:rPr>
              <a:t>ぶつかってセンサーが反応してしまう</a:t>
            </a:r>
            <a:r>
              <a:rPr kumimoji="1" lang="en-US" altLang="ja-JP" sz="2400" b="1" dirty="0">
                <a:solidFill>
                  <a:schemeClr val="tx1"/>
                </a:solidFill>
              </a:rPr>
              <a:t>…</a:t>
            </a:r>
            <a:endParaRPr lang="en-US" altLang="ja-JP" sz="2400" b="1" dirty="0">
              <a:solidFill>
                <a:schemeClr val="tx1"/>
              </a:solidFill>
            </a:endParaRPr>
          </a:p>
        </p:txBody>
      </p:sp>
      <p:pic>
        <p:nvPicPr>
          <p:cNvPr id="13" name="図 12" descr="挿絵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C3EF694-AD22-0A07-9FD9-4F86F733D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60" r="19077" b="3"/>
          <a:stretch>
            <a:fillRect/>
          </a:stretch>
        </p:blipFill>
        <p:spPr>
          <a:xfrm>
            <a:off x="8166821" y="2831619"/>
            <a:ext cx="2741805" cy="363945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26901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743172-17A8-4FA4-8434-B813E03B7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CE1233C-FD2F-489E-BFDE-086F5FED64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637005" cy="6858000"/>
          </a:xfrm>
          <a:custGeom>
            <a:avLst/>
            <a:gdLst>
              <a:gd name="connsiteX0" fmla="*/ 0 w 4637005"/>
              <a:gd name="connsiteY0" fmla="*/ 0 h 6858000"/>
              <a:gd name="connsiteX1" fmla="*/ 4637005 w 4637005"/>
              <a:gd name="connsiteY1" fmla="*/ 0 h 6858000"/>
              <a:gd name="connsiteX2" fmla="*/ 4637005 w 4637005"/>
              <a:gd name="connsiteY2" fmla="*/ 1900238 h 6858000"/>
              <a:gd name="connsiteX3" fmla="*/ 4266589 w 4637005"/>
              <a:gd name="connsiteY3" fmla="*/ 2178050 h 6858000"/>
              <a:gd name="connsiteX4" fmla="*/ 4262355 w 4637005"/>
              <a:gd name="connsiteY4" fmla="*/ 2184400 h 6858000"/>
              <a:gd name="connsiteX5" fmla="*/ 4256005 w 4637005"/>
              <a:gd name="connsiteY5" fmla="*/ 2193925 h 6858000"/>
              <a:gd name="connsiteX6" fmla="*/ 4249655 w 4637005"/>
              <a:gd name="connsiteY6" fmla="*/ 2201863 h 6858000"/>
              <a:gd name="connsiteX7" fmla="*/ 4249655 w 4637005"/>
              <a:gd name="connsiteY7" fmla="*/ 2211388 h 6858000"/>
              <a:gd name="connsiteX8" fmla="*/ 4249655 w 4637005"/>
              <a:gd name="connsiteY8" fmla="*/ 2220913 h 6858000"/>
              <a:gd name="connsiteX9" fmla="*/ 4256005 w 4637005"/>
              <a:gd name="connsiteY9" fmla="*/ 2228850 h 6858000"/>
              <a:gd name="connsiteX10" fmla="*/ 4262355 w 4637005"/>
              <a:gd name="connsiteY10" fmla="*/ 2238375 h 6858000"/>
              <a:gd name="connsiteX11" fmla="*/ 4266589 w 4637005"/>
              <a:gd name="connsiteY11" fmla="*/ 2244725 h 6858000"/>
              <a:gd name="connsiteX12" fmla="*/ 4637005 w 4637005"/>
              <a:gd name="connsiteY12" fmla="*/ 2522538 h 6858000"/>
              <a:gd name="connsiteX13" fmla="*/ 4637005 w 4637005"/>
              <a:gd name="connsiteY13" fmla="*/ 6858000 h 6858000"/>
              <a:gd name="connsiteX14" fmla="*/ 0 w 4637005"/>
              <a:gd name="connsiteY1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637005" h="6858000">
                <a:moveTo>
                  <a:pt x="0" y="0"/>
                </a:moveTo>
                <a:lnTo>
                  <a:pt x="4637005" y="0"/>
                </a:lnTo>
                <a:lnTo>
                  <a:pt x="4637005" y="1900238"/>
                </a:lnTo>
                <a:lnTo>
                  <a:pt x="4266589" y="2178050"/>
                </a:lnTo>
                <a:lnTo>
                  <a:pt x="4262355" y="2184400"/>
                </a:lnTo>
                <a:lnTo>
                  <a:pt x="4256005" y="2193925"/>
                </a:lnTo>
                <a:lnTo>
                  <a:pt x="4249655" y="2201863"/>
                </a:lnTo>
                <a:lnTo>
                  <a:pt x="4249655" y="2211388"/>
                </a:lnTo>
                <a:lnTo>
                  <a:pt x="4249655" y="2220913"/>
                </a:lnTo>
                <a:lnTo>
                  <a:pt x="4256005" y="2228850"/>
                </a:lnTo>
                <a:lnTo>
                  <a:pt x="4262355" y="2238375"/>
                </a:lnTo>
                <a:lnTo>
                  <a:pt x="4266589" y="2244725"/>
                </a:lnTo>
                <a:lnTo>
                  <a:pt x="4637005" y="2522538"/>
                </a:lnTo>
                <a:lnTo>
                  <a:pt x="463700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tint val="98000"/>
                  <a:lumMod val="102000"/>
                </a:schemeClr>
                <a:schemeClr val="accent1">
                  <a:shade val="98000"/>
                  <a:lumMod val="98000"/>
                </a:schemeClr>
              </a:duotone>
            </a:blip>
            <a:tile tx="0" ty="0" sx="100000" sy="100000" flip="none" algn="tl"/>
          </a:blip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3876780-E559-C529-2689-CABCAFCBB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1800225"/>
            <a:ext cx="3444211" cy="4241136"/>
          </a:xfrm>
          <a:prstGeom prst="ellipse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 sz="4400" dirty="0"/>
              <a:t>アイデアスケッチ</a:t>
            </a:r>
          </a:p>
        </p:txBody>
      </p:sp>
      <p:pic>
        <p:nvPicPr>
          <p:cNvPr id="5" name="コンテンツ プレースホルダー 4" descr="ホワイトボードに書かれた文字">
            <a:extLst>
              <a:ext uri="{FF2B5EF4-FFF2-40B4-BE49-F238E27FC236}">
                <a16:creationId xmlns:a16="http://schemas.microsoft.com/office/drawing/2014/main" id="{BFEAEFDC-2369-9209-AC6D-67E60197D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0472" y="991890"/>
            <a:ext cx="6268062" cy="4701046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851402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8775F366-526C-4C42-8931-696FFE8A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E8DED1-24FF-4A79-873B-ECE3ABE73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A6A048-501A-4387-906B-B8A8543E7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7093" y="643467"/>
            <a:ext cx="10917814" cy="5571066"/>
          </a:xfrm>
          <a:custGeom>
            <a:avLst/>
            <a:gdLst>
              <a:gd name="connsiteX0" fmla="*/ 195712 w 10917814"/>
              <a:gd name="connsiteY0" fmla="*/ 0 h 5571066"/>
              <a:gd name="connsiteX1" fmla="*/ 5062165 w 10917814"/>
              <a:gd name="connsiteY1" fmla="*/ 0 h 5571066"/>
              <a:gd name="connsiteX2" fmla="*/ 5419638 w 10917814"/>
              <a:gd name="connsiteY2" fmla="*/ 268105 h 5571066"/>
              <a:gd name="connsiteX3" fmla="*/ 5428105 w 10917814"/>
              <a:gd name="connsiteY3" fmla="*/ 271280 h 5571066"/>
              <a:gd name="connsiteX4" fmla="*/ 5440804 w 10917814"/>
              <a:gd name="connsiteY4" fmla="*/ 276043 h 5571066"/>
              <a:gd name="connsiteX5" fmla="*/ 5453505 w 10917814"/>
              <a:gd name="connsiteY5" fmla="*/ 280805 h 5571066"/>
              <a:gd name="connsiteX6" fmla="*/ 5464088 w 10917814"/>
              <a:gd name="connsiteY6" fmla="*/ 280805 h 5571066"/>
              <a:gd name="connsiteX7" fmla="*/ 5476788 w 10917814"/>
              <a:gd name="connsiteY7" fmla="*/ 280805 h 5571066"/>
              <a:gd name="connsiteX8" fmla="*/ 5487371 w 10917814"/>
              <a:gd name="connsiteY8" fmla="*/ 276043 h 5571066"/>
              <a:gd name="connsiteX9" fmla="*/ 5500071 w 10917814"/>
              <a:gd name="connsiteY9" fmla="*/ 271280 h 5571066"/>
              <a:gd name="connsiteX10" fmla="*/ 5508538 w 10917814"/>
              <a:gd name="connsiteY10" fmla="*/ 268105 h 5571066"/>
              <a:gd name="connsiteX11" fmla="*/ 5866011 w 10917814"/>
              <a:gd name="connsiteY11" fmla="*/ 0 h 5571066"/>
              <a:gd name="connsiteX12" fmla="*/ 10722102 w 10917814"/>
              <a:gd name="connsiteY12" fmla="*/ 0 h 5571066"/>
              <a:gd name="connsiteX13" fmla="*/ 10917814 w 10917814"/>
              <a:gd name="connsiteY13" fmla="*/ 195712 h 5571066"/>
              <a:gd name="connsiteX14" fmla="*/ 10917814 w 10917814"/>
              <a:gd name="connsiteY14" fmla="*/ 5375354 h 5571066"/>
              <a:gd name="connsiteX15" fmla="*/ 10722102 w 10917814"/>
              <a:gd name="connsiteY15" fmla="*/ 5571066 h 5571066"/>
              <a:gd name="connsiteX16" fmla="*/ 195712 w 10917814"/>
              <a:gd name="connsiteY16" fmla="*/ 5571066 h 5571066"/>
              <a:gd name="connsiteX17" fmla="*/ 0 w 10917814"/>
              <a:gd name="connsiteY17" fmla="*/ 5375354 h 5571066"/>
              <a:gd name="connsiteX18" fmla="*/ 0 w 10917814"/>
              <a:gd name="connsiteY18" fmla="*/ 195712 h 5571066"/>
              <a:gd name="connsiteX19" fmla="*/ 195712 w 10917814"/>
              <a:gd name="connsiteY19" fmla="*/ 0 h 557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917814" h="5571066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E4E54DE-3121-0258-C3F2-C9C28DD2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559" y="1286935"/>
            <a:ext cx="9638153" cy="266837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sz="5400">
                <a:solidFill>
                  <a:schemeClr val="tx1"/>
                </a:solidFill>
              </a:rPr>
              <a:t>作ってみた。</a:t>
            </a:r>
          </a:p>
        </p:txBody>
      </p:sp>
    </p:spTree>
    <p:extLst>
      <p:ext uri="{BB962C8B-B14F-4D97-AF65-F5344CB8AC3E}">
        <p14:creationId xmlns:p14="http://schemas.microsoft.com/office/powerpoint/2010/main" val="395364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6">
            <a:extLst>
              <a:ext uri="{FF2B5EF4-FFF2-40B4-BE49-F238E27FC236}">
                <a16:creationId xmlns:a16="http://schemas.microsoft.com/office/drawing/2014/main" id="{11114F18-D12D-43C6-895F-5BA92C290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AF9B2B08-75D2-47EB-A5C0-986478393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458" y="643464"/>
            <a:ext cx="5365605" cy="3599352"/>
          </a:xfrm>
          <a:prstGeom prst="roundRect">
            <a:avLst>
              <a:gd name="adj" fmla="val 4219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8">
            <a:extLst>
              <a:ext uri="{FF2B5EF4-FFF2-40B4-BE49-F238E27FC236}">
                <a16:creationId xmlns:a16="http://schemas.microsoft.com/office/drawing/2014/main" id="{7E25C7D9-6246-4DD6-8994-4BC3A9EE4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0932" y="643464"/>
            <a:ext cx="5365605" cy="3599352"/>
          </a:xfrm>
          <a:prstGeom prst="roundRect">
            <a:avLst>
              <a:gd name="adj" fmla="val 4219"/>
            </a:avLst>
          </a:prstGeom>
          <a:solidFill>
            <a:schemeClr val="tx1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16A414C-5E5E-4426-8403-003A08DA3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 bwMode="white">
          <a:xfrm>
            <a:off x="0" y="4525094"/>
            <a:ext cx="12203151" cy="2344057"/>
            <a:chOff x="0" y="4525094"/>
            <a:chExt cx="12203151" cy="2344057"/>
          </a:xfrm>
        </p:grpSpPr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94DB3BEE-6C96-46FB-8C15-8B113A650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0" y="4525094"/>
              <a:ext cx="12192000" cy="2332906"/>
            </a:xfrm>
            <a:custGeom>
              <a:avLst/>
              <a:gdLst>
                <a:gd name="connsiteX0" fmla="*/ 0 w 12192000"/>
                <a:gd name="connsiteY0" fmla="*/ 0 h 2332906"/>
                <a:gd name="connsiteX1" fmla="*/ 1996017 w 12192000"/>
                <a:gd name="connsiteY1" fmla="*/ 0 h 2332906"/>
                <a:gd name="connsiteX2" fmla="*/ 2377017 w 12192000"/>
                <a:gd name="connsiteY2" fmla="*/ 263783 h 2332906"/>
                <a:gd name="connsiteX3" fmla="*/ 2385484 w 12192000"/>
                <a:gd name="connsiteY3" fmla="*/ 266713 h 2332906"/>
                <a:gd name="connsiteX4" fmla="*/ 2398184 w 12192000"/>
                <a:gd name="connsiteY4" fmla="*/ 271110 h 2332906"/>
                <a:gd name="connsiteX5" fmla="*/ 2410883 w 12192000"/>
                <a:gd name="connsiteY5" fmla="*/ 275506 h 2332906"/>
                <a:gd name="connsiteX6" fmla="*/ 2421467 w 12192000"/>
                <a:gd name="connsiteY6" fmla="*/ 275506 h 2332906"/>
                <a:gd name="connsiteX7" fmla="*/ 2434167 w 12192000"/>
                <a:gd name="connsiteY7" fmla="*/ 275506 h 2332906"/>
                <a:gd name="connsiteX8" fmla="*/ 2444750 w 12192000"/>
                <a:gd name="connsiteY8" fmla="*/ 271110 h 2332906"/>
                <a:gd name="connsiteX9" fmla="*/ 2457450 w 12192000"/>
                <a:gd name="connsiteY9" fmla="*/ 266713 h 2332906"/>
                <a:gd name="connsiteX10" fmla="*/ 2465917 w 12192000"/>
                <a:gd name="connsiteY10" fmla="*/ 263783 h 2332906"/>
                <a:gd name="connsiteX11" fmla="*/ 2846917 w 12192000"/>
                <a:gd name="connsiteY11" fmla="*/ 0 h 2332906"/>
                <a:gd name="connsiteX12" fmla="*/ 12192000 w 12192000"/>
                <a:gd name="connsiteY12" fmla="*/ 0 h 2332906"/>
                <a:gd name="connsiteX13" fmla="*/ 12192000 w 12192000"/>
                <a:gd name="connsiteY13" fmla="*/ 2332906 h 2332906"/>
                <a:gd name="connsiteX14" fmla="*/ 0 w 12192000"/>
                <a:gd name="connsiteY14" fmla="*/ 2332906 h 23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192000" h="2332906">
                  <a:moveTo>
                    <a:pt x="0" y="0"/>
                  </a:moveTo>
                  <a:lnTo>
                    <a:pt x="1996017" y="0"/>
                  </a:lnTo>
                  <a:lnTo>
                    <a:pt x="2377017" y="263783"/>
                  </a:lnTo>
                  <a:lnTo>
                    <a:pt x="2385484" y="266713"/>
                  </a:lnTo>
                  <a:lnTo>
                    <a:pt x="2398184" y="271110"/>
                  </a:lnTo>
                  <a:lnTo>
                    <a:pt x="2410883" y="275506"/>
                  </a:lnTo>
                  <a:lnTo>
                    <a:pt x="2421467" y="275506"/>
                  </a:lnTo>
                  <a:lnTo>
                    <a:pt x="2434167" y="275506"/>
                  </a:lnTo>
                  <a:lnTo>
                    <a:pt x="2444750" y="271110"/>
                  </a:lnTo>
                  <a:lnTo>
                    <a:pt x="2457450" y="266713"/>
                  </a:lnTo>
                  <a:lnTo>
                    <a:pt x="2465917" y="263783"/>
                  </a:lnTo>
                  <a:lnTo>
                    <a:pt x="2846917" y="0"/>
                  </a:lnTo>
                  <a:lnTo>
                    <a:pt x="12192000" y="0"/>
                  </a:lnTo>
                  <a:lnTo>
                    <a:pt x="12192000" y="2332906"/>
                  </a:lnTo>
                  <a:lnTo>
                    <a:pt x="0" y="2332906"/>
                  </a:lnTo>
                  <a:close/>
                </a:path>
              </a:pathLst>
            </a:custGeom>
            <a:solidFill>
              <a:schemeClr val="bg1">
                <a:lumMod val="85000"/>
                <a:lumOff val="1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F40BAA06-E9BA-470B-A5C0-46A23420F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 flipH="1">
              <a:off x="3820" y="4536245"/>
              <a:ext cx="5660999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Isosceles Triangle 24">
              <a:extLst>
                <a:ext uri="{FF2B5EF4-FFF2-40B4-BE49-F238E27FC236}">
                  <a16:creationId xmlns:a16="http://schemas.microsoft.com/office/drawing/2014/main" id="{062096F8-9F75-4506-A42C-8867603F6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4813714" y="4536245"/>
              <a:ext cx="7389437" cy="2332906"/>
            </a:xfrm>
            <a:prstGeom prst="triangle">
              <a:avLst>
                <a:gd name="adj" fmla="val 100000"/>
              </a:avLst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EE8B66-8BC8-A618-1D26-54C31C1A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4817533"/>
            <a:ext cx="10572000" cy="7795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kumimoji="1" lang="ja-JP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完成</a:t>
            </a:r>
            <a:endParaRPr kumimoji="1" lang="en-US" altLang="ja-JP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図 3" descr="屋内, テーブル, 座る, ボックス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CDAC20D-B3D5-2F94-D22A-F384CE7C8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685445" y="1216815"/>
            <a:ext cx="3259570" cy="2444677"/>
          </a:xfrm>
          <a:prstGeom prst="rect">
            <a:avLst/>
          </a:prstGeom>
        </p:spPr>
      </p:pic>
      <p:pic>
        <p:nvPicPr>
          <p:cNvPr id="6" name="図 5" descr="棚の上のチラシ&#10;&#10;AI 生成コンテンツは誤りを含む可能性があります。">
            <a:extLst>
              <a:ext uri="{FF2B5EF4-FFF2-40B4-BE49-F238E27FC236}">
                <a16:creationId xmlns:a16="http://schemas.microsoft.com/office/drawing/2014/main" id="{C418E12B-5BE9-825C-5E99-52853A7E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233948" y="1220802"/>
            <a:ext cx="3259570" cy="244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54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097A8-2A87-B02F-E5DC-343D08B22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kumimoji="1" lang="ja-JP" altLang="en-US" sz="3600" dirty="0">
                <a:solidFill>
                  <a:srgbClr val="3F3F3F"/>
                </a:solidFill>
              </a:rPr>
              <a:t>反省点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704E0B-CEE5-EB1E-A7D6-40172D51A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1675" y="2529021"/>
            <a:ext cx="4297351" cy="2959777"/>
          </a:xfrm>
        </p:spPr>
        <p:txBody>
          <a:bodyPr anchor="t">
            <a:noAutofit/>
          </a:bodyPr>
          <a:lstStyle/>
          <a:p>
            <a:r>
              <a:rPr kumimoji="1" lang="ja-JP" altLang="en-US" sz="2000" dirty="0"/>
              <a:t>良くなった点</a:t>
            </a:r>
            <a:endParaRPr kumimoji="1" lang="en-US" altLang="ja-JP" sz="20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・見た目がスマートに。圧迫感の軽減。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</a:t>
            </a:r>
            <a:r>
              <a:rPr lang="en-US" altLang="ja-JP" sz="2400" dirty="0"/>
              <a:t>2.5</a:t>
            </a:r>
            <a:r>
              <a:rPr lang="ja-JP" altLang="en-US" sz="2400" dirty="0"/>
              <a:t>ミリのアクリル板がきれいにはまる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・奥行き、縦横の大きさがちょうどよい。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・磁石がはまる。</a:t>
            </a:r>
            <a:endParaRPr lang="en-US" altLang="ja-JP" sz="2400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856B1B-CEF8-8108-CBF9-22AEF9596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7731" y="2529021"/>
            <a:ext cx="4292594" cy="2959778"/>
          </a:xfrm>
        </p:spPr>
        <p:txBody>
          <a:bodyPr anchor="t">
            <a:normAutofit/>
          </a:bodyPr>
          <a:lstStyle/>
          <a:p>
            <a:r>
              <a:rPr kumimoji="1" lang="ja-JP" altLang="en-US" sz="2400" dirty="0"/>
              <a:t>悪かった点</a:t>
            </a:r>
            <a:endParaRPr kumimoji="1" lang="en-US" altLang="ja-JP" sz="2400" dirty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ja-JP" altLang="en-US" sz="2400" dirty="0"/>
              <a:t>・重量のせいでこの磁石ではくっつかない。</a:t>
            </a:r>
            <a:endParaRPr kumimoji="1"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・微妙に大きさがずれている。</a:t>
            </a:r>
            <a:endParaRPr lang="en-US" altLang="ja-JP" sz="2400" dirty="0"/>
          </a:p>
          <a:p>
            <a:pPr marL="0" indent="0">
              <a:buNone/>
            </a:pP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358248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クォータブル">
  <a:themeElements>
    <a:clrScheme name="クォータブル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クォータブル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クォータブ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TM03457503[[fn=クォータブル]]</Template>
  <TotalTime>115</TotalTime>
  <Words>80</Words>
  <Application>Microsoft Macintosh PowerPoint</Application>
  <PresentationFormat>ワイド画面</PresentationFormat>
  <Paragraphs>19</Paragraphs>
  <Slides>6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Century Gothic</vt:lpstr>
      <vt:lpstr>Wingdings 2</vt:lpstr>
      <vt:lpstr>クォータブル</vt:lpstr>
      <vt:lpstr>アルコール用 センサーカバー</vt:lpstr>
      <vt:lpstr>アルコール用センサーカバーとは</vt:lpstr>
      <vt:lpstr>アイデアスケッチ</vt:lpstr>
      <vt:lpstr>作ってみた。</vt:lpstr>
      <vt:lpstr>完成</vt:lpstr>
      <vt:lpstr>反省点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黒台 紗生</dc:creator>
  <cp:lastModifiedBy>高尾 俊介</cp:lastModifiedBy>
  <cp:revision>3</cp:revision>
  <dcterms:created xsi:type="dcterms:W3CDTF">2025-12-23T14:04:58Z</dcterms:created>
  <dcterms:modified xsi:type="dcterms:W3CDTF">2026-01-16T05:17:32Z</dcterms:modified>
</cp:coreProperties>
</file>