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FBCCEB-4367-04EF-7DA9-23F3D93D331C}" v="1" dt="2026-01-14T02:57:28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真奈 後藤" userId="c4ef339a5258d45c" providerId="LiveId" clId="{C4815E06-3D9E-4A4E-B5DD-38817B586705}"/>
    <pc:docChg chg="undo redo custSel addSld modSld sldOrd">
      <pc:chgData name="真奈 後藤" userId="c4ef339a5258d45c" providerId="LiveId" clId="{C4815E06-3D9E-4A4E-B5DD-38817B586705}" dt="2025-12-29T01:29:25.028" v="1443" actId="1076"/>
      <pc:docMkLst>
        <pc:docMk/>
      </pc:docMkLst>
      <pc:sldChg chg="addSp delSp modSp mod setBg delDesignElem">
        <pc:chgData name="真奈 後藤" userId="c4ef339a5258d45c" providerId="LiveId" clId="{C4815E06-3D9E-4A4E-B5DD-38817B586705}" dt="2025-12-29T01:19:37.399" v="1138" actId="255"/>
        <pc:sldMkLst>
          <pc:docMk/>
          <pc:sldMk cId="957162654" sldId="256"/>
        </pc:sldMkLst>
        <pc:spChg chg="mod">
          <ac:chgData name="真奈 後藤" userId="c4ef339a5258d45c" providerId="LiveId" clId="{C4815E06-3D9E-4A4E-B5DD-38817B586705}" dt="2025-12-29T01:19:37.399" v="1138" actId="255"/>
          <ac:spMkLst>
            <pc:docMk/>
            <pc:sldMk cId="957162654" sldId="256"/>
            <ac:spMk id="2" creationId="{1C18107D-9740-F391-8FF3-03B924277858}"/>
          </ac:spMkLst>
        </pc:spChg>
        <pc:spChg chg="mod">
          <ac:chgData name="真奈 後藤" userId="c4ef339a5258d45c" providerId="LiveId" clId="{C4815E06-3D9E-4A4E-B5DD-38817B586705}" dt="2025-12-29T01:12:47.471" v="1105" actId="26606"/>
          <ac:spMkLst>
            <pc:docMk/>
            <pc:sldMk cId="957162654" sldId="256"/>
            <ac:spMk id="3" creationId="{690D52B6-05A9-04AF-7CD6-FF1820D6D714}"/>
          </ac:spMkLst>
        </pc:spChg>
        <pc:spChg chg="add">
          <ac:chgData name="真奈 後藤" userId="c4ef339a5258d45c" providerId="LiveId" clId="{C4815E06-3D9E-4A4E-B5DD-38817B586705}" dt="2025-12-29T01:16:04.085" v="1129" actId="26606"/>
          <ac:spMkLst>
            <pc:docMk/>
            <pc:sldMk cId="957162654" sldId="256"/>
            <ac:spMk id="7" creationId="{5463EB0A-3D7C-4AA5-BFA5-8EE5B4BA5624}"/>
          </ac:spMkLst>
        </pc:spChg>
        <pc:spChg chg="add">
          <ac:chgData name="真奈 後藤" userId="c4ef339a5258d45c" providerId="LiveId" clId="{C4815E06-3D9E-4A4E-B5DD-38817B586705}" dt="2025-12-29T01:16:04.085" v="1129" actId="26606"/>
          <ac:spMkLst>
            <pc:docMk/>
            <pc:sldMk cId="957162654" sldId="256"/>
            <ac:spMk id="9" creationId="{7945AD00-F967-454D-A4B2-39ABA5C88C20}"/>
          </ac:spMkLst>
        </pc:spChg>
        <pc:spChg chg="add">
          <ac:chgData name="真奈 後藤" userId="c4ef339a5258d45c" providerId="LiveId" clId="{C4815E06-3D9E-4A4E-B5DD-38817B586705}" dt="2025-12-29T01:16:04.085" v="1129" actId="26606"/>
          <ac:spMkLst>
            <pc:docMk/>
            <pc:sldMk cId="957162654" sldId="256"/>
            <ac:spMk id="11" creationId="{E9BC5B79-B912-427C-8219-E3E50943FCDE}"/>
          </ac:spMkLst>
        </pc:spChg>
      </pc:sldChg>
      <pc:sldChg chg="addSp delSp modSp mod setBg delDesignElem modNotesTx">
        <pc:chgData name="真奈 後藤" userId="c4ef339a5258d45c" providerId="LiveId" clId="{C4815E06-3D9E-4A4E-B5DD-38817B586705}" dt="2025-12-29T01:16:09.297" v="1130" actId="26606"/>
        <pc:sldMkLst>
          <pc:docMk/>
          <pc:sldMk cId="246064860" sldId="257"/>
        </pc:sldMkLst>
        <pc:spChg chg="mod">
          <ac:chgData name="真奈 後藤" userId="c4ef339a5258d45c" providerId="LiveId" clId="{C4815E06-3D9E-4A4E-B5DD-38817B586705}" dt="2025-12-29T01:10:53.818" v="1096" actId="26606"/>
          <ac:spMkLst>
            <pc:docMk/>
            <pc:sldMk cId="246064860" sldId="257"/>
            <ac:spMk id="2" creationId="{F872726C-1013-3357-4AF9-8840912C9D5A}"/>
          </ac:spMkLst>
        </pc:spChg>
        <pc:spChg chg="mod">
          <ac:chgData name="真奈 後藤" userId="c4ef339a5258d45c" providerId="LiveId" clId="{C4815E06-3D9E-4A4E-B5DD-38817B586705}" dt="2025-12-29T01:10:53.818" v="1096" actId="26606"/>
          <ac:spMkLst>
            <pc:docMk/>
            <pc:sldMk cId="246064860" sldId="257"/>
            <ac:spMk id="3" creationId="{5452ED5E-9919-771F-2969-1FF96C18E08A}"/>
          </ac:spMkLst>
        </pc:spChg>
        <pc:spChg chg="add">
          <ac:chgData name="真奈 後藤" userId="c4ef339a5258d45c" providerId="LiveId" clId="{C4815E06-3D9E-4A4E-B5DD-38817B586705}" dt="2025-12-29T01:16:09.297" v="1130" actId="26606"/>
          <ac:spMkLst>
            <pc:docMk/>
            <pc:sldMk cId="246064860" sldId="257"/>
            <ac:spMk id="11" creationId="{DAF1966E-FD40-4A4A-B61B-C4DF7FA05F06}"/>
          </ac:spMkLst>
        </pc:spChg>
        <pc:spChg chg="add">
          <ac:chgData name="真奈 後藤" userId="c4ef339a5258d45c" providerId="LiveId" clId="{C4815E06-3D9E-4A4E-B5DD-38817B586705}" dt="2025-12-29T01:16:09.297" v="1130" actId="26606"/>
          <ac:spMkLst>
            <pc:docMk/>
            <pc:sldMk cId="246064860" sldId="257"/>
            <ac:spMk id="13" creationId="{047BFA19-D45E-416B-A404-7AF2F3F27017}"/>
          </ac:spMkLst>
        </pc:spChg>
        <pc:spChg chg="add">
          <ac:chgData name="真奈 後藤" userId="c4ef339a5258d45c" providerId="LiveId" clId="{C4815E06-3D9E-4A4E-B5DD-38817B586705}" dt="2025-12-29T01:16:09.297" v="1130" actId="26606"/>
          <ac:spMkLst>
            <pc:docMk/>
            <pc:sldMk cId="246064860" sldId="257"/>
            <ac:spMk id="15" creationId="{8E0105E7-23DB-4CF2-8258-FF47C7620F6E}"/>
          </ac:spMkLst>
        </pc:spChg>
        <pc:spChg chg="add">
          <ac:chgData name="真奈 後藤" userId="c4ef339a5258d45c" providerId="LiveId" clId="{C4815E06-3D9E-4A4E-B5DD-38817B586705}" dt="2025-12-29T01:16:09.297" v="1130" actId="26606"/>
          <ac:spMkLst>
            <pc:docMk/>
            <pc:sldMk cId="246064860" sldId="257"/>
            <ac:spMk id="16" creationId="{074B4F7D-14B2-478B-8BF5-01E4E0C5D263}"/>
          </ac:spMkLst>
        </pc:spChg>
      </pc:sldChg>
      <pc:sldChg chg="addSp delSp modSp new mod setBg delDesignElem">
        <pc:chgData name="真奈 後藤" userId="c4ef339a5258d45c" providerId="LiveId" clId="{C4815E06-3D9E-4A4E-B5DD-38817B586705}" dt="2025-12-29T01:15:48.669" v="1127" actId="26606"/>
        <pc:sldMkLst>
          <pc:docMk/>
          <pc:sldMk cId="3634471908" sldId="258"/>
        </pc:sldMkLst>
        <pc:spChg chg="mod">
          <ac:chgData name="真奈 後藤" userId="c4ef339a5258d45c" providerId="LiveId" clId="{C4815E06-3D9E-4A4E-B5DD-38817B586705}" dt="2025-12-29T01:15:14.019" v="1116" actId="26606"/>
          <ac:spMkLst>
            <pc:docMk/>
            <pc:sldMk cId="3634471908" sldId="258"/>
            <ac:spMk id="2" creationId="{64DF9CF2-87BD-DF55-18CA-42FB0455890E}"/>
          </ac:spMkLst>
        </pc:spChg>
        <pc:spChg chg="mod">
          <ac:chgData name="真奈 後藤" userId="c4ef339a5258d45c" providerId="LiveId" clId="{C4815E06-3D9E-4A4E-B5DD-38817B586705}" dt="2025-12-29T01:15:14.019" v="1116" actId="26606"/>
          <ac:spMkLst>
            <pc:docMk/>
            <pc:sldMk cId="3634471908" sldId="258"/>
            <ac:spMk id="3" creationId="{0A9EF72D-4FD7-6454-F275-6DF684305438}"/>
          </ac:spMkLst>
        </pc:spChg>
        <pc:spChg chg="add">
          <ac:chgData name="真奈 後藤" userId="c4ef339a5258d45c" providerId="LiveId" clId="{C4815E06-3D9E-4A4E-B5DD-38817B586705}" dt="2025-12-29T01:15:48.669" v="1127" actId="26606"/>
          <ac:spMkLst>
            <pc:docMk/>
            <pc:sldMk cId="3634471908" sldId="258"/>
            <ac:spMk id="5" creationId="{DAF1966E-FD40-4A4A-B61B-C4DF7FA05F06}"/>
          </ac:spMkLst>
        </pc:spChg>
        <pc:spChg chg="add">
          <ac:chgData name="真奈 後藤" userId="c4ef339a5258d45c" providerId="LiveId" clId="{C4815E06-3D9E-4A4E-B5DD-38817B586705}" dt="2025-12-29T01:15:48.669" v="1127" actId="26606"/>
          <ac:spMkLst>
            <pc:docMk/>
            <pc:sldMk cId="3634471908" sldId="258"/>
            <ac:spMk id="6" creationId="{047BFA19-D45E-416B-A404-7AF2F3F27017}"/>
          </ac:spMkLst>
        </pc:spChg>
        <pc:spChg chg="add">
          <ac:chgData name="真奈 後藤" userId="c4ef339a5258d45c" providerId="LiveId" clId="{C4815E06-3D9E-4A4E-B5DD-38817B586705}" dt="2025-12-29T01:15:48.669" v="1127" actId="26606"/>
          <ac:spMkLst>
            <pc:docMk/>
            <pc:sldMk cId="3634471908" sldId="258"/>
            <ac:spMk id="7" creationId="{8E0105E7-23DB-4CF2-8258-FF47C7620F6E}"/>
          </ac:spMkLst>
        </pc:spChg>
        <pc:spChg chg="add">
          <ac:chgData name="真奈 後藤" userId="c4ef339a5258d45c" providerId="LiveId" clId="{C4815E06-3D9E-4A4E-B5DD-38817B586705}" dt="2025-12-29T01:15:48.669" v="1127" actId="26606"/>
          <ac:spMkLst>
            <pc:docMk/>
            <pc:sldMk cId="3634471908" sldId="258"/>
            <ac:spMk id="9" creationId="{074B4F7D-14B2-478B-8BF5-01E4E0C5D263}"/>
          </ac:spMkLst>
        </pc:spChg>
      </pc:sldChg>
      <pc:sldChg chg="addSp delSp modSp new mod ord setBg delDesignElem">
        <pc:chgData name="真奈 後藤" userId="c4ef339a5258d45c" providerId="LiveId" clId="{C4815E06-3D9E-4A4E-B5DD-38817B586705}" dt="2025-12-29T01:25:06.478" v="1389" actId="255"/>
        <pc:sldMkLst>
          <pc:docMk/>
          <pc:sldMk cId="4187121582" sldId="259"/>
        </pc:sldMkLst>
        <pc:spChg chg="mod">
          <ac:chgData name="真奈 後藤" userId="c4ef339a5258d45c" providerId="LiveId" clId="{C4815E06-3D9E-4A4E-B5DD-38817B586705}" dt="2025-12-29T01:25:06.478" v="1389" actId="255"/>
          <ac:spMkLst>
            <pc:docMk/>
            <pc:sldMk cId="4187121582" sldId="259"/>
            <ac:spMk id="2" creationId="{88F1F7B5-CA4C-0555-057B-488C87C50EF1}"/>
          </ac:spMkLst>
        </pc:spChg>
        <pc:spChg chg="add del mod ord">
          <ac:chgData name="真奈 後藤" userId="c4ef339a5258d45c" providerId="LiveId" clId="{C4815E06-3D9E-4A4E-B5DD-38817B586705}" dt="2025-12-29T01:24:36.608" v="1386" actId="5793"/>
          <ac:spMkLst>
            <pc:docMk/>
            <pc:sldMk cId="4187121582" sldId="259"/>
            <ac:spMk id="12" creationId="{BC7C9D6B-9FF0-5038-1A29-36E1791672FF}"/>
          </ac:spMkLst>
        </pc:spChg>
        <pc:spChg chg="add">
          <ac:chgData name="真奈 後藤" userId="c4ef339a5258d45c" providerId="LiveId" clId="{C4815E06-3D9E-4A4E-B5DD-38817B586705}" dt="2025-12-29T01:15:35.436" v="1126" actId="26606"/>
          <ac:spMkLst>
            <pc:docMk/>
            <pc:sldMk cId="4187121582" sldId="259"/>
            <ac:spMk id="18" creationId="{F4F2FC05-7D27-410F-BDA9-ADF4831368C7}"/>
          </ac:spMkLst>
        </pc:spChg>
        <pc:spChg chg="add">
          <ac:chgData name="真奈 後藤" userId="c4ef339a5258d45c" providerId="LiveId" clId="{C4815E06-3D9E-4A4E-B5DD-38817B586705}" dt="2025-12-29T01:15:35.436" v="1126" actId="26606"/>
          <ac:spMkLst>
            <pc:docMk/>
            <pc:sldMk cId="4187121582" sldId="259"/>
            <ac:spMk id="20" creationId="{9080D120-BD54-46E1-BA37-82F5E8089E90}"/>
          </ac:spMkLst>
        </pc:spChg>
        <pc:spChg chg="add">
          <ac:chgData name="真奈 後藤" userId="c4ef339a5258d45c" providerId="LiveId" clId="{C4815E06-3D9E-4A4E-B5DD-38817B586705}" dt="2025-12-29T01:15:35.436" v="1126" actId="26606"/>
          <ac:spMkLst>
            <pc:docMk/>
            <pc:sldMk cId="4187121582" sldId="259"/>
            <ac:spMk id="22" creationId="{81D83946-74FA-498A-AC80-9926F041B5C5}"/>
          </ac:spMkLst>
        </pc:spChg>
        <pc:spChg chg="add">
          <ac:chgData name="真奈 後藤" userId="c4ef339a5258d45c" providerId="LiveId" clId="{C4815E06-3D9E-4A4E-B5DD-38817B586705}" dt="2025-12-29T01:15:35.436" v="1126" actId="26606"/>
          <ac:spMkLst>
            <pc:docMk/>
            <pc:sldMk cId="4187121582" sldId="259"/>
            <ac:spMk id="27" creationId="{5060D983-8B52-443A-8183-2A1DE05618B5}"/>
          </ac:spMkLst>
        </pc:spChg>
        <pc:picChg chg="add mod ord">
          <ac:chgData name="真奈 後藤" userId="c4ef339a5258d45c" providerId="LiveId" clId="{C4815E06-3D9E-4A4E-B5DD-38817B586705}" dt="2025-12-29T01:15:21.986" v="1119" actId="1036"/>
          <ac:picMkLst>
            <pc:docMk/>
            <pc:sldMk cId="4187121582" sldId="259"/>
            <ac:picMk id="6" creationId="{2009F4FC-653A-DF3A-B4A6-1B3DC4E9909D}"/>
          </ac:picMkLst>
        </pc:picChg>
        <pc:picChg chg="add mod ord">
          <ac:chgData name="真奈 後藤" userId="c4ef339a5258d45c" providerId="LiveId" clId="{C4815E06-3D9E-4A4E-B5DD-38817B586705}" dt="2025-12-29T01:15:35.436" v="1126" actId="26606"/>
          <ac:picMkLst>
            <pc:docMk/>
            <pc:sldMk cId="4187121582" sldId="259"/>
            <ac:picMk id="8" creationId="{2BCB9D1E-BDD6-9715-B5F0-76E5A8432BE0}"/>
          </ac:picMkLst>
        </pc:picChg>
      </pc:sldChg>
      <pc:sldChg chg="addSp delSp modSp new mod setBg delDesignElem modNotesTx">
        <pc:chgData name="真奈 後藤" userId="c4ef339a5258d45c" providerId="LiveId" clId="{C4815E06-3D9E-4A4E-B5DD-38817B586705}" dt="2025-12-29T01:29:25.028" v="1443" actId="1076"/>
        <pc:sldMkLst>
          <pc:docMk/>
          <pc:sldMk cId="25816389" sldId="260"/>
        </pc:sldMkLst>
        <pc:spChg chg="mod">
          <ac:chgData name="真奈 後藤" userId="c4ef339a5258d45c" providerId="LiveId" clId="{C4815E06-3D9E-4A4E-B5DD-38817B586705}" dt="2025-12-29T01:27:49.176" v="1401" actId="122"/>
          <ac:spMkLst>
            <pc:docMk/>
            <pc:sldMk cId="25816389" sldId="260"/>
            <ac:spMk id="2" creationId="{18A6B5ED-7CA2-6FEC-340D-DE993252EF52}"/>
          </ac:spMkLst>
        </pc:spChg>
        <pc:spChg chg="add">
          <ac:chgData name="真奈 後藤" userId="c4ef339a5258d45c" providerId="LiveId" clId="{C4815E06-3D9E-4A4E-B5DD-38817B586705}" dt="2025-12-29T01:15:57.352" v="1128" actId="26606"/>
          <ac:spMkLst>
            <pc:docMk/>
            <pc:sldMk cId="25816389" sldId="260"/>
            <ac:spMk id="14" creationId="{79477870-C64A-4E35-8F2F-05B7114F3C74}"/>
          </ac:spMkLst>
        </pc:spChg>
        <pc:spChg chg="add">
          <ac:chgData name="真奈 後藤" userId="c4ef339a5258d45c" providerId="LiveId" clId="{C4815E06-3D9E-4A4E-B5DD-38817B586705}" dt="2025-12-29T01:15:57.352" v="1128" actId="26606"/>
          <ac:spMkLst>
            <pc:docMk/>
            <pc:sldMk cId="25816389" sldId="260"/>
            <ac:spMk id="16" creationId="{8AEA628B-C8FF-4D0B-B111-F101F580B15D}"/>
          </ac:spMkLst>
        </pc:spChg>
        <pc:spChg chg="add">
          <ac:chgData name="真奈 後藤" userId="c4ef339a5258d45c" providerId="LiveId" clId="{C4815E06-3D9E-4A4E-B5DD-38817B586705}" dt="2025-12-29T01:15:57.352" v="1128" actId="26606"/>
          <ac:spMkLst>
            <pc:docMk/>
            <pc:sldMk cId="25816389" sldId="260"/>
            <ac:spMk id="17" creationId="{42663BD0-064C-40FC-A331-F49FCA9536AA}"/>
          </ac:spMkLst>
        </pc:spChg>
        <pc:picChg chg="add mod ord">
          <ac:chgData name="真奈 後藤" userId="c4ef339a5258d45c" providerId="LiveId" clId="{C4815E06-3D9E-4A4E-B5DD-38817B586705}" dt="2025-12-29T01:15:57.352" v="1128" actId="26606"/>
          <ac:picMkLst>
            <pc:docMk/>
            <pc:sldMk cId="25816389" sldId="260"/>
            <ac:picMk id="6" creationId="{3D264C16-4B7B-86B1-6B3A-AE6B47C1F1F3}"/>
          </ac:picMkLst>
        </pc:picChg>
        <pc:picChg chg="add mod">
          <ac:chgData name="真奈 後藤" userId="c4ef339a5258d45c" providerId="LiveId" clId="{C4815E06-3D9E-4A4E-B5DD-38817B586705}" dt="2025-12-29T01:29:25.028" v="1443" actId="1076"/>
          <ac:picMkLst>
            <pc:docMk/>
            <pc:sldMk cId="25816389" sldId="260"/>
            <ac:picMk id="18" creationId="{C051D406-9DE4-A258-7678-98735EFF135D}"/>
          </ac:picMkLst>
        </pc:picChg>
      </pc:sldChg>
    </pc:docChg>
  </pc:docChgLst>
  <pc:docChgLst>
    <pc:chgData name="後藤 真奈" userId="S::k1522031@konan-wu.ac.jp::b1ca3fdd-4636-47e1-a4bf-c2a681a050ff" providerId="AD" clId="Web-{7BFBCCEB-4367-04EF-7DA9-23F3D93D331C}"/>
    <pc:docChg chg="modSld">
      <pc:chgData name="後藤 真奈" userId="S::k1522031@konan-wu.ac.jp::b1ca3fdd-4636-47e1-a4bf-c2a681a050ff" providerId="AD" clId="Web-{7BFBCCEB-4367-04EF-7DA9-23F3D93D331C}" dt="2026-01-14T02:57:28.771" v="0" actId="20577"/>
      <pc:docMkLst>
        <pc:docMk/>
      </pc:docMkLst>
      <pc:sldChg chg="modSp">
        <pc:chgData name="後藤 真奈" userId="S::k1522031@konan-wu.ac.jp::b1ca3fdd-4636-47e1-a4bf-c2a681a050ff" providerId="AD" clId="Web-{7BFBCCEB-4367-04EF-7DA9-23F3D93D331C}" dt="2026-01-14T02:57:28.771" v="0" actId="20577"/>
        <pc:sldMkLst>
          <pc:docMk/>
          <pc:sldMk cId="4187121582" sldId="259"/>
        </pc:sldMkLst>
        <pc:spChg chg="mod">
          <ac:chgData name="後藤 真奈" userId="S::k1522031@konan-wu.ac.jp::b1ca3fdd-4636-47e1-a4bf-c2a681a050ff" providerId="AD" clId="Web-{7BFBCCEB-4367-04EF-7DA9-23F3D93D331C}" dt="2026-01-14T02:57:28.771" v="0" actId="20577"/>
          <ac:spMkLst>
            <pc:docMk/>
            <pc:sldMk cId="4187121582" sldId="259"/>
            <ac:spMk id="2" creationId="{88F1F7B5-CA4C-0555-057B-488C87C50EF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3B826-C8AC-478F-9195-B34714D98F2B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2A1FA-E54C-444A-8863-89BFE4491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231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いらない布や、マイクロファイバータオル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にアルコールをつけたもの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を取り付けると、簡単でエコなクリーナーに！他のお掃除にも使える小さめ設計。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2A1FA-E54C-444A-8863-89BFE44915F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733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せっかくなら、見ていて気分も上がる可愛いグッズに！　イチゴパーツは別で出力し、後から取り付けました。　ポイントは本体と押さえの板に南女ロゴが入っている点。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2A1FA-E54C-444A-8863-89BFE44915F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000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B63D-1EE5-4970-B455-3DFD94FDA490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E8AD-9630-47B6-AFC8-E6894A14AF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5707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B63D-1EE5-4970-B455-3DFD94FDA490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E8AD-9630-47B6-AFC8-E6894A14AF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551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B63D-1EE5-4970-B455-3DFD94FDA490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E8AD-9630-47B6-AFC8-E6894A14AF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5477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B63D-1EE5-4970-B455-3DFD94FDA490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E8AD-9630-47B6-AFC8-E6894A14AF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408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B63D-1EE5-4970-B455-3DFD94FDA490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E8AD-9630-47B6-AFC8-E6894A14AF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7745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B63D-1EE5-4970-B455-3DFD94FDA490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E8AD-9630-47B6-AFC8-E6894A14AF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173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B63D-1EE5-4970-B455-3DFD94FDA490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E8AD-9630-47B6-AFC8-E6894A14AF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911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B63D-1EE5-4970-B455-3DFD94FDA490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E8AD-9630-47B6-AFC8-E6894A14AF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923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B63D-1EE5-4970-B455-3DFD94FDA490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E8AD-9630-47B6-AFC8-E6894A14AF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509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B63D-1EE5-4970-B455-3DFD94FDA490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E8AD-9630-47B6-AFC8-E6894A14AF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4264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AB63D-1EE5-4970-B455-3DFD94FDA490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E8AD-9630-47B6-AFC8-E6894A14AF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362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1AB63D-1EE5-4970-B455-3DFD94FDA490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FE8AD-9630-47B6-AFC8-E6894A14AF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025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7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C18107D-9740-F391-8FF3-03B924277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75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制作物の発表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90D52B6-05A9-04AF-7CD6-FF1820D6D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651" y="4723637"/>
            <a:ext cx="11034695" cy="1481396"/>
          </a:xfrm>
        </p:spPr>
        <p:txBody>
          <a:bodyPr>
            <a:normAutofit/>
          </a:bodyPr>
          <a:lstStyle/>
          <a:p>
            <a:pPr algn="l"/>
            <a:endParaRPr kumimoji="1" lang="en-US" altLang="ja-JP" sz="2800" dirty="0">
              <a:latin typeface="+mn-ea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57162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872726C-1013-3357-4AF9-8840912C9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ja-JP" altLang="en-US" sz="4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目をつけたポイント🤔</a:t>
            </a:r>
            <a:endParaRPr kumimoji="1" lang="ja-JP" altLang="en-US" sz="4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52ED5E-9919-771F-2969-1FF96C18E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sz="2200" dirty="0"/>
          </a:p>
          <a:p>
            <a:pPr marL="0" indent="0">
              <a:buNone/>
            </a:pPr>
            <a:r>
              <a:rPr kumimoji="1" lang="ja-JP" altLang="en-US" sz="2200" dirty="0"/>
              <a:t>ホワイトボード用のクリーナーの数が少なく、困る場面が多かった！</a:t>
            </a:r>
            <a:endParaRPr kumimoji="1" lang="en-US" altLang="ja-JP" sz="2200" dirty="0"/>
          </a:p>
          <a:p>
            <a:pPr marL="0" indent="0">
              <a:buNone/>
            </a:pPr>
            <a:endParaRPr lang="en-US" altLang="ja-JP" sz="2200" dirty="0"/>
          </a:p>
          <a:p>
            <a:pPr marL="0" indent="0">
              <a:buNone/>
            </a:pPr>
            <a:endParaRPr lang="en-US" altLang="ja-JP" sz="2200" dirty="0"/>
          </a:p>
          <a:p>
            <a:pPr marL="0" indent="0">
              <a:buNone/>
            </a:pPr>
            <a:r>
              <a:rPr kumimoji="1" lang="ja-JP" altLang="en-US" sz="2200" dirty="0"/>
              <a:t>💡不要な布などを活かすエコなクリーナー</a:t>
            </a:r>
            <a:endParaRPr kumimoji="1" lang="en-US" altLang="ja-JP" sz="2200" dirty="0"/>
          </a:p>
          <a:p>
            <a:pPr marL="0" indent="0">
              <a:buNone/>
            </a:pPr>
            <a:r>
              <a:rPr lang="ja-JP" altLang="en-US" sz="2200" dirty="0"/>
              <a:t>💡他のお掃除にも活用できる小さめ設計</a:t>
            </a:r>
            <a:endParaRPr lang="en-US" altLang="ja-JP" sz="2200" dirty="0"/>
          </a:p>
        </p:txBody>
      </p:sp>
    </p:spTree>
    <p:extLst>
      <p:ext uri="{BB962C8B-B14F-4D97-AF65-F5344CB8AC3E}">
        <p14:creationId xmlns:p14="http://schemas.microsoft.com/office/powerpoint/2010/main" val="246064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6">
            <a:extLst>
              <a:ext uri="{FF2B5EF4-FFF2-40B4-BE49-F238E27FC236}">
                <a16:creationId xmlns:a16="http://schemas.microsoft.com/office/drawing/2014/main" id="{F4F2FC05-7D27-410F-BDA9-ADF483136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8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545781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F1F7B5-CA4C-0555-057B-488C87C50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978408"/>
            <a:ext cx="460705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z="3000" kern="1200">
                <a:latin typeface="BIZ UDPゴシック" panose="020B0400000000000000" pitchFamily="50" charset="-128"/>
                <a:ea typeface="BIZ UDPゴシック"/>
              </a:rPr>
              <a:t>アイデアスケッチと</a:t>
            </a:r>
            <a:br>
              <a:rPr lang="ja-JP" altLang="en-US" sz="3000" dirty="0">
                <a:latin typeface="BIZ UDPゴシック" panose="020B0400000000000000" pitchFamily="50" charset="-128"/>
                <a:ea typeface="BIZ UDPゴシック"/>
              </a:rPr>
            </a:br>
            <a:r>
              <a:rPr kumimoji="1" lang="ja-JP" altLang="en-US" sz="3000" kern="1200">
                <a:latin typeface="BIZ UDPゴシック" panose="020B0400000000000000" pitchFamily="50" charset="-128"/>
                <a:ea typeface="BIZ UDPゴシック"/>
              </a:rPr>
              <a:t>試作品</a:t>
            </a:r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2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4446484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C7C9D6B-9FF0-5038-1A29-36E179167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1246" y="2368296"/>
            <a:ext cx="4607052" cy="350215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6" name="コンテンツ プレースホルダー 5" descr="ホワイトボードに書かれた文字&#10;&#10;AI 生成コンテンツは誤りを含む可能性があります。">
            <a:extLst>
              <a:ext uri="{FF2B5EF4-FFF2-40B4-BE49-F238E27FC236}">
                <a16:creationId xmlns:a16="http://schemas.microsoft.com/office/drawing/2014/main" id="{2009F4FC-653A-DF3A-B4A6-1B3DC4E99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40" r="3" b="2090"/>
          <a:stretch>
            <a:fillRect/>
          </a:stretch>
        </p:blipFill>
        <p:spPr>
          <a:xfrm>
            <a:off x="6324599" y="10"/>
            <a:ext cx="5457817" cy="3337549"/>
          </a:xfrm>
          <a:prstGeom prst="rect">
            <a:avLst/>
          </a:prstGeom>
        </p:spPr>
      </p:pic>
      <p:pic>
        <p:nvPicPr>
          <p:cNvPr id="8" name="コンテンツ プレースホルダー 7" descr="人, ブルー, 屋内, 持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BCB9D1E-BDD6-9715-B5F0-76E5A8432B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65" b="15139"/>
          <a:stretch>
            <a:fillRect/>
          </a:stretch>
        </p:blipFill>
        <p:spPr>
          <a:xfrm>
            <a:off x="6324590" y="3520439"/>
            <a:ext cx="5457817" cy="333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2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4DF9CF2-87BD-DF55-18CA-42FB04558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kumimoji="1" lang="ja-JP" altLang="en-US" sz="4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試作品を出力して</a:t>
            </a:r>
            <a:r>
              <a:rPr kumimoji="1" lang="en-US" altLang="ja-JP" sz="4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endParaRPr kumimoji="1" lang="ja-JP" altLang="en-US" sz="4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9EF72D-4FD7-6454-F275-6DF684305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sz="2200" dirty="0"/>
          </a:p>
          <a:p>
            <a:pPr marL="0" indent="0">
              <a:buNone/>
            </a:pPr>
            <a:r>
              <a:rPr lang="ja-JP" altLang="en-US" sz="2200" dirty="0"/>
              <a:t>ボードに当たる面が平行で拭きにくい💦</a:t>
            </a:r>
            <a:endParaRPr lang="en-US" altLang="ja-JP" sz="2200" dirty="0"/>
          </a:p>
          <a:p>
            <a:pPr marL="0" indent="0">
              <a:buNone/>
            </a:pPr>
            <a:endParaRPr kumimoji="1" lang="en-US" altLang="ja-JP" sz="2200" dirty="0"/>
          </a:p>
          <a:p>
            <a:pPr marL="0" indent="0">
              <a:buNone/>
            </a:pPr>
            <a:endParaRPr kumimoji="1" lang="en-US" altLang="ja-JP" sz="2200" dirty="0"/>
          </a:p>
          <a:p>
            <a:pPr marL="0" indent="0">
              <a:buNone/>
            </a:pPr>
            <a:r>
              <a:rPr lang="ja-JP" altLang="en-US" sz="2200" dirty="0"/>
              <a:t>💡ボードと接触する面はカーブをつけてもっと拭きやすく！</a:t>
            </a:r>
            <a:endParaRPr lang="en-US" altLang="ja-JP" sz="2200" dirty="0"/>
          </a:p>
          <a:p>
            <a:pPr marL="0" indent="0">
              <a:buNone/>
            </a:pPr>
            <a:r>
              <a:rPr lang="ja-JP" altLang="en-US" sz="2200" dirty="0"/>
              <a:t>💡本体、布、布を押さえる板の三段構造が</a:t>
            </a:r>
            <a:r>
              <a:rPr lang="en-US" altLang="ja-JP" sz="2200" dirty="0"/>
              <a:t>【</a:t>
            </a:r>
            <a:r>
              <a:rPr lang="ja-JP" altLang="en-US" sz="2200" dirty="0"/>
              <a:t>何か</a:t>
            </a:r>
            <a:r>
              <a:rPr lang="en-US" altLang="ja-JP" sz="2200" dirty="0"/>
              <a:t>】</a:t>
            </a:r>
            <a:r>
              <a:rPr lang="ja-JP" altLang="en-US" sz="2200" dirty="0"/>
              <a:t>に見えてきた👀</a:t>
            </a:r>
            <a:endParaRPr lang="en-US" altLang="ja-JP" sz="2200" dirty="0"/>
          </a:p>
        </p:txBody>
      </p:sp>
    </p:spTree>
    <p:extLst>
      <p:ext uri="{BB962C8B-B14F-4D97-AF65-F5344CB8AC3E}">
        <p14:creationId xmlns:p14="http://schemas.microsoft.com/office/powerpoint/2010/main" val="3634471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79477870-C64A-4E35-8F2F-05B7114F3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8A6B5ED-7CA2-6FEC-340D-DE993252E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ja-JP" altLang="en-US" sz="55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完成</a:t>
            </a:r>
            <a:r>
              <a:rPr lang="ja-JP" altLang="en-US" sz="5200" dirty="0"/>
              <a:t>🎂</a:t>
            </a:r>
            <a:endParaRPr kumimoji="1" lang="en-US" altLang="ja-JP" sz="5200" dirty="0"/>
          </a:p>
        </p:txBody>
      </p:sp>
      <p:sp>
        <p:nvSpPr>
          <p:cNvPr id="16" name="!!accent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8" name="コンテンツ プレースホルダー 17" descr="バスルームの一角にある便器&#10;&#10;AI 生成コンテンツは誤りを含む可能性があります。">
            <a:extLst>
              <a:ext uri="{FF2B5EF4-FFF2-40B4-BE49-F238E27FC236}">
                <a16:creationId xmlns:a16="http://schemas.microsoft.com/office/drawing/2014/main" id="{C051D406-9DE4-A258-7678-98735EFF13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76" y="3215840"/>
            <a:ext cx="3919012" cy="3380149"/>
          </a:xfrm>
        </p:spPr>
      </p:pic>
      <p:pic>
        <p:nvPicPr>
          <p:cNvPr id="6" name="コンテンツ プレースホルダー 5" descr="テーブル, 屋内, 座る, ケーキ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D264C16-4B7B-86B1-6B3A-AE6B47C1F1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5"/>
          <a:stretch>
            <a:fillRect/>
          </a:stretch>
        </p:blipFill>
        <p:spPr>
          <a:xfrm>
            <a:off x="7684006" y="10"/>
            <a:ext cx="45079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</TotalTime>
  <Words>169</Words>
  <Application>Microsoft Macintosh PowerPoint</Application>
  <PresentationFormat>ワイド画面</PresentationFormat>
  <Paragraphs>21</Paragraphs>
  <Slides>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BIZ UDPゴシック</vt:lpstr>
      <vt:lpstr>游ゴシック</vt:lpstr>
      <vt:lpstr>Aptos</vt:lpstr>
      <vt:lpstr>Aptos Display</vt:lpstr>
      <vt:lpstr>Arial</vt:lpstr>
      <vt:lpstr>Calibri</vt:lpstr>
      <vt:lpstr>Office Theme</vt:lpstr>
      <vt:lpstr>制作物の発表</vt:lpstr>
      <vt:lpstr>目をつけたポイント🤔</vt:lpstr>
      <vt:lpstr>アイデアスケッチと 試作品</vt:lpstr>
      <vt:lpstr>試作品を出力して…</vt:lpstr>
      <vt:lpstr>完成🎂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真奈 後藤</dc:creator>
  <cp:lastModifiedBy>高尾 俊介</cp:lastModifiedBy>
  <cp:revision>4</cp:revision>
  <dcterms:created xsi:type="dcterms:W3CDTF">2025-12-28T13:50:07Z</dcterms:created>
  <dcterms:modified xsi:type="dcterms:W3CDTF">2026-01-16T05:16:26Z</dcterms:modified>
</cp:coreProperties>
</file>