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58"/>
  </p:normalViewPr>
  <p:slideViewPr>
    <p:cSldViewPr snapToGrid="0">
      <p:cViewPr varScale="1">
        <p:scale>
          <a:sx n="120" d="100"/>
          <a:sy n="120" d="100"/>
        </p:scale>
        <p:origin x="8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55896B-0907-A129-C3FC-2CF8DCAD54A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05D7662-C355-4F14-E87E-6D7C25111D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5C562A7-EC1C-E5EC-3583-B51E083A3202}"/>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C5B0CBEF-F241-6CBD-1C6A-B3C91BBC7E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0279BF5-5B7E-B572-F54A-59750D3E7108}"/>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3908631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1DF89B-DB87-8478-885F-DBF559A73F8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9178B9-5BD1-42E5-565C-C32EC85F3C8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791AA00-0699-1C73-6560-7DE5966CFC90}"/>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2D3E05DD-0629-BDBD-54D5-9BE3B191702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02B6F5-7E88-628C-5800-2C8DECB353D4}"/>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1310157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221FC4-6E9B-E25E-54D7-31C8614AD61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37A8215-48F4-D17D-789A-B7225AA8F8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61E4EF0-10CF-357B-0608-225A575A52DD}"/>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98B1A494-D188-A11C-A099-4B8ABC6BFBF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2A88DA-FACB-6396-F871-8D7E62254A38}"/>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629236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D82ADE-5BA1-5BC3-D438-EFFA8827F51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4CC7E7-D4FF-63A1-35A1-504DAE153FA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EB90807-1D0E-002A-8070-A60AB1357FE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7D8F910-1A27-A9F5-733D-A225DF713585}"/>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6" name="フッター プレースホルダー 5">
            <a:extLst>
              <a:ext uri="{FF2B5EF4-FFF2-40B4-BE49-F238E27FC236}">
                <a16:creationId xmlns:a16="http://schemas.microsoft.com/office/drawing/2014/main" id="{BE837015-0B43-4978-6455-1BBE6FCE1E2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2B0FA53-704B-BE0F-18B9-3F0E4951C4B6}"/>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501745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2BD8C3-3980-7F52-DB5D-9D1768A594B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B181545-4AD7-EDD8-F71F-DE6542C246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6F9BE6D-9928-D585-6388-794EC943763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A6AC309-6843-3E96-DE2C-B59A04250A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D5F8315-4B0F-BC5B-2AB9-F899707DD7F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70D8245-2F88-D920-A067-1E05B5E8ABF6}"/>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8" name="フッター プレースホルダー 7">
            <a:extLst>
              <a:ext uri="{FF2B5EF4-FFF2-40B4-BE49-F238E27FC236}">
                <a16:creationId xmlns:a16="http://schemas.microsoft.com/office/drawing/2014/main" id="{383DE17C-7B0E-D1B2-5F8F-C7FECB8FB3F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FBF296B-9FC2-D44B-8F27-D513F6EC9498}"/>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3880513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23B12-DCF7-24B7-296F-25F97FCBFF0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34806A1-264F-92E7-41AB-DF49DD75FA43}"/>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4" name="フッター プレースホルダー 3">
            <a:extLst>
              <a:ext uri="{FF2B5EF4-FFF2-40B4-BE49-F238E27FC236}">
                <a16:creationId xmlns:a16="http://schemas.microsoft.com/office/drawing/2014/main" id="{FAE1046B-2415-5B64-F6BB-3379C4C504C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7350336-84BA-B1BA-5920-F4C98C04202D}"/>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2959713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E92F50F-A5A4-0B14-8F6F-20D8B972A832}"/>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3" name="フッター プレースホルダー 2">
            <a:extLst>
              <a:ext uri="{FF2B5EF4-FFF2-40B4-BE49-F238E27FC236}">
                <a16:creationId xmlns:a16="http://schemas.microsoft.com/office/drawing/2014/main" id="{1636DECF-8D23-1039-9A86-B5D398DF27F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9AAE96C-D47C-104A-3D05-AB94E48D13B1}"/>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3599692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C94211-17FD-FFBD-0F19-271A88437D7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4B02B0-C31F-04D5-719D-0CDABC6ECA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1220FBF-7725-CC16-49CB-78269E2104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6370D23-C58F-39CA-12B3-B58C621D9747}"/>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6" name="フッター プレースホルダー 5">
            <a:extLst>
              <a:ext uri="{FF2B5EF4-FFF2-40B4-BE49-F238E27FC236}">
                <a16:creationId xmlns:a16="http://schemas.microsoft.com/office/drawing/2014/main" id="{B894ABC2-738A-28E2-EA6A-4160A01C1BD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3E2C58-B0D5-40E9-9CFD-C44056A8B46E}"/>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1868037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EA6263-BB55-6350-8A04-28E8D1E4013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1C75745-DED8-1B93-9C33-5137F6C376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D574992-4996-3AB9-7350-2187766C9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F8829A0-A37B-264F-3293-8DD19CB43274}"/>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6" name="フッター プレースホルダー 5">
            <a:extLst>
              <a:ext uri="{FF2B5EF4-FFF2-40B4-BE49-F238E27FC236}">
                <a16:creationId xmlns:a16="http://schemas.microsoft.com/office/drawing/2014/main" id="{DE66715A-326D-02A8-0974-D2181A5530D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1192877-5A92-1277-A0B3-4E78243EB097}"/>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3368012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B907D8-152D-51B3-EF34-F16491441C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D89BFDE-886E-8EBA-0E27-2DD92236D59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12EA09-F7B3-D1AE-D16F-F648155F3307}"/>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E34951AA-6B24-A318-9836-4E4D11B5986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5B4EBDB-9F40-FE2A-10BC-A0B3738799AD}"/>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2798757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4ECCF54-5901-14CF-352D-09B0844A7C5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A70460C-2249-3E45-269D-3D865012034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223254D-C010-9A34-B443-DF27F2550832}"/>
              </a:ext>
            </a:extLst>
          </p:cNvPr>
          <p:cNvSpPr>
            <a:spLocks noGrp="1"/>
          </p:cNvSpPr>
          <p:nvPr>
            <p:ph type="dt" sz="half" idx="10"/>
          </p:nvPr>
        </p:nvSpPr>
        <p:spPr/>
        <p:txBody>
          <a:bodyPr/>
          <a:lstStyle/>
          <a:p>
            <a:fld id="{EEA4D0A8-A7E3-4A3E-8166-7105EAC25DB6}"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2A1B1688-EAAB-235A-988A-DE783DF769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5070A6-9CDF-CD84-585D-0C4EB93F8FA5}"/>
              </a:ext>
            </a:extLst>
          </p:cNvPr>
          <p:cNvSpPr>
            <a:spLocks noGrp="1"/>
          </p:cNvSpPr>
          <p:nvPr>
            <p:ph type="sldNum" sz="quarter" idx="12"/>
          </p:nvPr>
        </p:nvSpPr>
        <p:spPr/>
        <p:txBody>
          <a:body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115222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B5F7861-E005-C7B7-E123-B0A510DA51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1DD5598-8B87-78C7-CBA9-36ACAEB3DF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DCDF4C3-1FD3-4367-16D1-450BD7CE0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A4D0A8-A7E3-4A3E-8166-7105EAC25DB6}" type="datetimeFigureOut">
              <a:rPr kumimoji="1" lang="ja-JP" altLang="en-US" smtClean="0"/>
              <a:t>2026/1/16</a:t>
            </a:fld>
            <a:endParaRPr kumimoji="1" lang="ja-JP" altLang="en-US"/>
          </a:p>
        </p:txBody>
      </p:sp>
      <p:sp>
        <p:nvSpPr>
          <p:cNvPr id="5" name="フッター プレースホルダー 4">
            <a:extLst>
              <a:ext uri="{FF2B5EF4-FFF2-40B4-BE49-F238E27FC236}">
                <a16:creationId xmlns:a16="http://schemas.microsoft.com/office/drawing/2014/main" id="{59396BE1-BF34-3D10-4C42-2818C6DE5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FCCB3D3-1A4A-B1BD-B443-CC253F25EE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6DC3AA-7393-46E0-8AE9-0AE133D6D28D}" type="slidenum">
              <a:rPr kumimoji="1" lang="ja-JP" altLang="en-US" smtClean="0"/>
              <a:t>‹#›</a:t>
            </a:fld>
            <a:endParaRPr kumimoji="1" lang="ja-JP" altLang="en-US"/>
          </a:p>
        </p:txBody>
      </p:sp>
    </p:spTree>
    <p:extLst>
      <p:ext uri="{BB962C8B-B14F-4D97-AF65-F5344CB8AC3E}">
        <p14:creationId xmlns:p14="http://schemas.microsoft.com/office/powerpoint/2010/main" val="533539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668BB-3D0A-E003-AC63-5FCC29CA870E}"/>
              </a:ext>
            </a:extLst>
          </p:cNvPr>
          <p:cNvSpPr>
            <a:spLocks noGrp="1"/>
          </p:cNvSpPr>
          <p:nvPr>
            <p:ph type="ctrTitle"/>
          </p:nvPr>
        </p:nvSpPr>
        <p:spPr/>
        <p:txBody>
          <a:bodyPr/>
          <a:lstStyle/>
          <a:p>
            <a:r>
              <a:rPr kumimoji="1" lang="ja-JP" altLang="en-US" dirty="0"/>
              <a:t>スマホ＆ペン立て</a:t>
            </a:r>
          </a:p>
        </p:txBody>
      </p:sp>
      <p:sp>
        <p:nvSpPr>
          <p:cNvPr id="4" name="テキスト ボックス 3">
            <a:extLst>
              <a:ext uri="{FF2B5EF4-FFF2-40B4-BE49-F238E27FC236}">
                <a16:creationId xmlns:a16="http://schemas.microsoft.com/office/drawing/2014/main" id="{594E407C-3F17-44EE-A79A-CE67193CEBC5}"/>
              </a:ext>
            </a:extLst>
          </p:cNvPr>
          <p:cNvSpPr txBox="1"/>
          <p:nvPr/>
        </p:nvSpPr>
        <p:spPr>
          <a:xfrm>
            <a:off x="2438400" y="1883229"/>
            <a:ext cx="4288353" cy="584775"/>
          </a:xfrm>
          <a:prstGeom prst="rect">
            <a:avLst/>
          </a:prstGeom>
          <a:noFill/>
        </p:spPr>
        <p:txBody>
          <a:bodyPr wrap="none" rtlCol="0">
            <a:spAutoFit/>
          </a:bodyPr>
          <a:lstStyle/>
          <a:p>
            <a:r>
              <a:rPr kumimoji="1" lang="ja-JP" altLang="en-US" sz="3200" dirty="0"/>
              <a:t>ミニマリストのための</a:t>
            </a:r>
          </a:p>
        </p:txBody>
      </p:sp>
      <p:sp>
        <p:nvSpPr>
          <p:cNvPr id="5" name="テキスト ボックス 4">
            <a:extLst>
              <a:ext uri="{FF2B5EF4-FFF2-40B4-BE49-F238E27FC236}">
                <a16:creationId xmlns:a16="http://schemas.microsoft.com/office/drawing/2014/main" id="{1338CAF9-EEEF-5DC6-BF4C-820C63CEB8B3}"/>
              </a:ext>
            </a:extLst>
          </p:cNvPr>
          <p:cNvSpPr txBox="1"/>
          <p:nvPr/>
        </p:nvSpPr>
        <p:spPr>
          <a:xfrm>
            <a:off x="3483429" y="3692193"/>
            <a:ext cx="184731" cy="523220"/>
          </a:xfrm>
          <a:prstGeom prst="rect">
            <a:avLst/>
          </a:prstGeom>
          <a:noFill/>
        </p:spPr>
        <p:txBody>
          <a:bodyPr wrap="none" rtlCol="0">
            <a:spAutoFit/>
          </a:bodyPr>
          <a:lstStyle/>
          <a:p>
            <a:endParaRPr kumimoji="1" lang="ja-JP" altLang="en-US" sz="2800" dirty="0"/>
          </a:p>
        </p:txBody>
      </p:sp>
      <p:pic>
        <p:nvPicPr>
          <p:cNvPr id="2050" name="Picture 2" descr="スマートフォンのイラスト | 商用OKの無料イラスト素材サイト ツカッテ">
            <a:extLst>
              <a:ext uri="{FF2B5EF4-FFF2-40B4-BE49-F238E27FC236}">
                <a16:creationId xmlns:a16="http://schemas.microsoft.com/office/drawing/2014/main" id="{247BEF4D-ACCC-4162-0B7F-E83296305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4185" y="3302680"/>
            <a:ext cx="2862943" cy="286294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ペンのイラスト | かわいいフリー素材が無料のイラストレイン">
            <a:extLst>
              <a:ext uri="{FF2B5EF4-FFF2-40B4-BE49-F238E27FC236}">
                <a16:creationId xmlns:a16="http://schemas.microsoft.com/office/drawing/2014/main" id="{1C5B66A4-D3F2-DE41-4CE5-AD87899C3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77" y="230597"/>
            <a:ext cx="2594307" cy="2594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199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楕円 10">
            <a:extLst>
              <a:ext uri="{FF2B5EF4-FFF2-40B4-BE49-F238E27FC236}">
                <a16:creationId xmlns:a16="http://schemas.microsoft.com/office/drawing/2014/main" id="{280AB2C0-C9F0-8D37-FF49-6A1D7031F960}"/>
              </a:ext>
            </a:extLst>
          </p:cNvPr>
          <p:cNvSpPr/>
          <p:nvPr/>
        </p:nvSpPr>
        <p:spPr>
          <a:xfrm>
            <a:off x="5094514" y="4188842"/>
            <a:ext cx="2002972" cy="1055914"/>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74691B62-50E3-F478-6AED-B894344F2A80}"/>
              </a:ext>
            </a:extLst>
          </p:cNvPr>
          <p:cNvSpPr/>
          <p:nvPr/>
        </p:nvSpPr>
        <p:spPr>
          <a:xfrm>
            <a:off x="1359462" y="1393371"/>
            <a:ext cx="2298138" cy="1055914"/>
          </a:xfrm>
          <a:prstGeom prst="ellips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D5C6DFEC-03AC-6AA2-4260-F21FF4AF4B59}"/>
              </a:ext>
            </a:extLst>
          </p:cNvPr>
          <p:cNvSpPr txBox="1"/>
          <p:nvPr/>
        </p:nvSpPr>
        <p:spPr>
          <a:xfrm>
            <a:off x="1610303" y="1610928"/>
            <a:ext cx="1774686" cy="707886"/>
          </a:xfrm>
          <a:prstGeom prst="rect">
            <a:avLst/>
          </a:prstGeom>
          <a:noFill/>
        </p:spPr>
        <p:txBody>
          <a:bodyPr wrap="square" rtlCol="0">
            <a:spAutoFit/>
          </a:bodyPr>
          <a:lstStyle/>
          <a:p>
            <a:r>
              <a:rPr kumimoji="1" lang="ja-JP" altLang="en-US" sz="4000" dirty="0"/>
              <a:t>どこで</a:t>
            </a:r>
          </a:p>
        </p:txBody>
      </p:sp>
      <p:sp>
        <p:nvSpPr>
          <p:cNvPr id="6" name="テキスト ボックス 5">
            <a:extLst>
              <a:ext uri="{FF2B5EF4-FFF2-40B4-BE49-F238E27FC236}">
                <a16:creationId xmlns:a16="http://schemas.microsoft.com/office/drawing/2014/main" id="{0F832B36-97E9-F3C2-9222-F5BFE147ACC3}"/>
              </a:ext>
            </a:extLst>
          </p:cNvPr>
          <p:cNvSpPr txBox="1"/>
          <p:nvPr/>
        </p:nvSpPr>
        <p:spPr>
          <a:xfrm>
            <a:off x="1994944" y="2713445"/>
            <a:ext cx="1005403" cy="584775"/>
          </a:xfrm>
          <a:prstGeom prst="rect">
            <a:avLst/>
          </a:prstGeom>
          <a:noFill/>
        </p:spPr>
        <p:txBody>
          <a:bodyPr wrap="none" rtlCol="0">
            <a:spAutoFit/>
          </a:bodyPr>
          <a:lstStyle/>
          <a:p>
            <a:r>
              <a:rPr kumimoji="1" lang="ja-JP" altLang="en-US" sz="3200" dirty="0"/>
              <a:t>大学</a:t>
            </a:r>
          </a:p>
        </p:txBody>
      </p:sp>
      <p:sp>
        <p:nvSpPr>
          <p:cNvPr id="7" name="テキスト ボックス 6">
            <a:extLst>
              <a:ext uri="{FF2B5EF4-FFF2-40B4-BE49-F238E27FC236}">
                <a16:creationId xmlns:a16="http://schemas.microsoft.com/office/drawing/2014/main" id="{9329463F-4C9B-9F7E-A8E0-B5D4286BD541}"/>
              </a:ext>
            </a:extLst>
          </p:cNvPr>
          <p:cNvSpPr txBox="1"/>
          <p:nvPr/>
        </p:nvSpPr>
        <p:spPr>
          <a:xfrm>
            <a:off x="5542002" y="4393633"/>
            <a:ext cx="1107996" cy="646331"/>
          </a:xfrm>
          <a:prstGeom prst="rect">
            <a:avLst/>
          </a:prstGeom>
          <a:noFill/>
        </p:spPr>
        <p:txBody>
          <a:bodyPr wrap="none" rtlCol="0">
            <a:spAutoFit/>
          </a:bodyPr>
          <a:lstStyle/>
          <a:p>
            <a:r>
              <a:rPr kumimoji="1" lang="ja-JP" altLang="en-US" sz="3600" dirty="0"/>
              <a:t>誰が</a:t>
            </a:r>
          </a:p>
        </p:txBody>
      </p:sp>
      <p:sp>
        <p:nvSpPr>
          <p:cNvPr id="8" name="テキスト ボックス 7">
            <a:extLst>
              <a:ext uri="{FF2B5EF4-FFF2-40B4-BE49-F238E27FC236}">
                <a16:creationId xmlns:a16="http://schemas.microsoft.com/office/drawing/2014/main" id="{4ED38355-9185-567F-CCB9-CD6ECF2996D9}"/>
              </a:ext>
            </a:extLst>
          </p:cNvPr>
          <p:cNvSpPr txBox="1"/>
          <p:nvPr/>
        </p:nvSpPr>
        <p:spPr>
          <a:xfrm>
            <a:off x="5542002" y="5567922"/>
            <a:ext cx="1107996" cy="646331"/>
          </a:xfrm>
          <a:prstGeom prst="rect">
            <a:avLst/>
          </a:prstGeom>
          <a:noFill/>
        </p:spPr>
        <p:txBody>
          <a:bodyPr wrap="none" rtlCol="0">
            <a:spAutoFit/>
          </a:bodyPr>
          <a:lstStyle/>
          <a:p>
            <a:r>
              <a:rPr kumimoji="1" lang="ja-JP" altLang="en-US" sz="3600" dirty="0"/>
              <a:t>学生</a:t>
            </a:r>
          </a:p>
        </p:txBody>
      </p:sp>
      <p:sp>
        <p:nvSpPr>
          <p:cNvPr id="9" name="テキスト ボックス 8">
            <a:extLst>
              <a:ext uri="{FF2B5EF4-FFF2-40B4-BE49-F238E27FC236}">
                <a16:creationId xmlns:a16="http://schemas.microsoft.com/office/drawing/2014/main" id="{C9155D07-642E-D05F-4ED3-71B714E9748F}"/>
              </a:ext>
            </a:extLst>
          </p:cNvPr>
          <p:cNvSpPr txBox="1"/>
          <p:nvPr/>
        </p:nvSpPr>
        <p:spPr>
          <a:xfrm>
            <a:off x="1359462" y="3562381"/>
            <a:ext cx="2646878" cy="830997"/>
          </a:xfrm>
          <a:prstGeom prst="rect">
            <a:avLst/>
          </a:prstGeom>
          <a:noFill/>
        </p:spPr>
        <p:txBody>
          <a:bodyPr wrap="none" rtlCol="0">
            <a:spAutoFit/>
          </a:bodyPr>
          <a:lstStyle/>
          <a:p>
            <a:r>
              <a:rPr kumimoji="1" lang="ja-JP" altLang="en-US" sz="2400" dirty="0"/>
              <a:t>パソコン教室など</a:t>
            </a:r>
            <a:endParaRPr kumimoji="1" lang="en-US" altLang="ja-JP" sz="2400" dirty="0"/>
          </a:p>
          <a:p>
            <a:r>
              <a:rPr lang="ja-JP" altLang="en-US" sz="2400" dirty="0"/>
              <a:t>机に設置</a:t>
            </a:r>
            <a:endParaRPr kumimoji="1" lang="ja-JP" altLang="en-US" sz="2400" dirty="0"/>
          </a:p>
        </p:txBody>
      </p:sp>
      <p:sp>
        <p:nvSpPr>
          <p:cNvPr id="12" name="楕円 11">
            <a:extLst>
              <a:ext uri="{FF2B5EF4-FFF2-40B4-BE49-F238E27FC236}">
                <a16:creationId xmlns:a16="http://schemas.microsoft.com/office/drawing/2014/main" id="{714CC754-4E09-DBB8-2675-472079A3F9DD}"/>
              </a:ext>
            </a:extLst>
          </p:cNvPr>
          <p:cNvSpPr/>
          <p:nvPr/>
        </p:nvSpPr>
        <p:spPr>
          <a:xfrm>
            <a:off x="8367630" y="1344542"/>
            <a:ext cx="2017341" cy="1055914"/>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FC96488-1E96-0C83-18A5-BA22F168CDA8}"/>
              </a:ext>
            </a:extLst>
          </p:cNvPr>
          <p:cNvSpPr txBox="1"/>
          <p:nvPr/>
        </p:nvSpPr>
        <p:spPr>
          <a:xfrm>
            <a:off x="8839200" y="1610928"/>
            <a:ext cx="1005403" cy="584775"/>
          </a:xfrm>
          <a:prstGeom prst="rect">
            <a:avLst/>
          </a:prstGeom>
          <a:noFill/>
        </p:spPr>
        <p:txBody>
          <a:bodyPr wrap="none" rtlCol="0">
            <a:spAutoFit/>
          </a:bodyPr>
          <a:lstStyle/>
          <a:p>
            <a:r>
              <a:rPr kumimoji="1" lang="ja-JP" altLang="en-US" sz="3200" dirty="0"/>
              <a:t>用途</a:t>
            </a:r>
          </a:p>
        </p:txBody>
      </p:sp>
      <p:sp>
        <p:nvSpPr>
          <p:cNvPr id="14" name="テキスト ボックス 13">
            <a:extLst>
              <a:ext uri="{FF2B5EF4-FFF2-40B4-BE49-F238E27FC236}">
                <a16:creationId xmlns:a16="http://schemas.microsoft.com/office/drawing/2014/main" id="{91590817-FBFD-C3BE-B647-B20F2127CFF0}"/>
              </a:ext>
            </a:extLst>
          </p:cNvPr>
          <p:cNvSpPr txBox="1"/>
          <p:nvPr/>
        </p:nvSpPr>
        <p:spPr>
          <a:xfrm>
            <a:off x="6767316" y="3034679"/>
            <a:ext cx="5416868" cy="830997"/>
          </a:xfrm>
          <a:prstGeom prst="rect">
            <a:avLst/>
          </a:prstGeom>
          <a:noFill/>
        </p:spPr>
        <p:txBody>
          <a:bodyPr wrap="none" rtlCol="0">
            <a:spAutoFit/>
          </a:bodyPr>
          <a:lstStyle/>
          <a:p>
            <a:r>
              <a:rPr kumimoji="1" lang="ja-JP" altLang="en-US" sz="2400" dirty="0"/>
              <a:t>スマホを立てて</a:t>
            </a:r>
            <a:endParaRPr kumimoji="1" lang="en-US" altLang="ja-JP" sz="2400" dirty="0"/>
          </a:p>
          <a:p>
            <a:r>
              <a:rPr kumimoji="1" lang="ja-JP" altLang="en-US" sz="2400" dirty="0"/>
              <a:t>筆箱の中身も全て立てることができる</a:t>
            </a:r>
          </a:p>
        </p:txBody>
      </p:sp>
      <p:sp>
        <p:nvSpPr>
          <p:cNvPr id="2" name="正方形/長方形 1">
            <a:extLst>
              <a:ext uri="{FF2B5EF4-FFF2-40B4-BE49-F238E27FC236}">
                <a16:creationId xmlns:a16="http://schemas.microsoft.com/office/drawing/2014/main" id="{10CDA40F-7174-6189-D650-CBEA095C8A93}"/>
              </a:ext>
            </a:extLst>
          </p:cNvPr>
          <p:cNvSpPr/>
          <p:nvPr/>
        </p:nvSpPr>
        <p:spPr>
          <a:xfrm>
            <a:off x="659173" y="4860471"/>
            <a:ext cx="4211597" cy="120831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パソコン</a:t>
            </a:r>
          </a:p>
        </p:txBody>
      </p:sp>
      <p:sp>
        <p:nvSpPr>
          <p:cNvPr id="3" name="テキスト ボックス 2">
            <a:extLst>
              <a:ext uri="{FF2B5EF4-FFF2-40B4-BE49-F238E27FC236}">
                <a16:creationId xmlns:a16="http://schemas.microsoft.com/office/drawing/2014/main" id="{8B06F9B4-0E6C-8E12-6180-7B6FAB2F0A90}"/>
              </a:ext>
            </a:extLst>
          </p:cNvPr>
          <p:cNvSpPr txBox="1"/>
          <p:nvPr/>
        </p:nvSpPr>
        <p:spPr>
          <a:xfrm>
            <a:off x="992785" y="5183308"/>
            <a:ext cx="3877985" cy="646331"/>
          </a:xfrm>
          <a:prstGeom prst="rect">
            <a:avLst/>
          </a:prstGeom>
          <a:noFill/>
        </p:spPr>
        <p:txBody>
          <a:bodyPr wrap="none" rtlCol="0">
            <a:spAutoFit/>
          </a:bodyPr>
          <a:lstStyle/>
          <a:p>
            <a:r>
              <a:rPr kumimoji="1" lang="ja-JP" altLang="en-US" dirty="0"/>
              <a:t>パソコンの横にスマホを立てるので</a:t>
            </a:r>
            <a:endParaRPr kumimoji="1" lang="en-US" altLang="ja-JP" dirty="0"/>
          </a:p>
          <a:p>
            <a:r>
              <a:rPr lang="ja-JP" altLang="en-US" dirty="0"/>
              <a:t>２つ同時に使うことが出来る</a:t>
            </a:r>
            <a:endParaRPr kumimoji="1" lang="ja-JP" altLang="en-US" dirty="0"/>
          </a:p>
        </p:txBody>
      </p:sp>
      <p:sp>
        <p:nvSpPr>
          <p:cNvPr id="4" name="正方形/長方形 3">
            <a:extLst>
              <a:ext uri="{FF2B5EF4-FFF2-40B4-BE49-F238E27FC236}">
                <a16:creationId xmlns:a16="http://schemas.microsoft.com/office/drawing/2014/main" id="{4180BD2A-37B8-0D65-D24A-AEB57B01C79B}"/>
              </a:ext>
            </a:extLst>
          </p:cNvPr>
          <p:cNvSpPr/>
          <p:nvPr/>
        </p:nvSpPr>
        <p:spPr>
          <a:xfrm>
            <a:off x="7859486" y="4860471"/>
            <a:ext cx="3755571" cy="135378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0B27057-B395-1EDC-46D1-94052EF1A940}"/>
              </a:ext>
            </a:extLst>
          </p:cNvPr>
          <p:cNvSpPr txBox="1"/>
          <p:nvPr/>
        </p:nvSpPr>
        <p:spPr>
          <a:xfrm>
            <a:off x="8144527" y="5244756"/>
            <a:ext cx="3185487" cy="646331"/>
          </a:xfrm>
          <a:prstGeom prst="rect">
            <a:avLst/>
          </a:prstGeom>
          <a:noFill/>
        </p:spPr>
        <p:txBody>
          <a:bodyPr wrap="none" rtlCol="0">
            <a:spAutoFit/>
          </a:bodyPr>
          <a:lstStyle/>
          <a:p>
            <a:r>
              <a:rPr kumimoji="1" lang="ja-JP" altLang="en-US" dirty="0"/>
              <a:t>机に固定して倒れないように</a:t>
            </a:r>
            <a:endParaRPr kumimoji="1" lang="en-US" altLang="ja-JP" dirty="0"/>
          </a:p>
          <a:p>
            <a:r>
              <a:rPr kumimoji="1" lang="ja-JP" altLang="en-US" dirty="0"/>
              <a:t>する案もある</a:t>
            </a:r>
          </a:p>
        </p:txBody>
      </p:sp>
    </p:spTree>
    <p:extLst>
      <p:ext uri="{BB962C8B-B14F-4D97-AF65-F5344CB8AC3E}">
        <p14:creationId xmlns:p14="http://schemas.microsoft.com/office/powerpoint/2010/main" val="209369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BC5BE457-04BC-AB35-448A-64E6F2492FC6}"/>
              </a:ext>
            </a:extLst>
          </p:cNvPr>
          <p:cNvSpPr>
            <a:spLocks/>
          </p:cNvSpPr>
          <p:nvPr/>
        </p:nvSpPr>
        <p:spPr>
          <a:xfrm>
            <a:off x="597895" y="593624"/>
            <a:ext cx="4038600" cy="70757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C6550F0E-889E-9434-1235-506F209D6B4F}"/>
              </a:ext>
            </a:extLst>
          </p:cNvPr>
          <p:cNvSpPr txBox="1"/>
          <p:nvPr/>
        </p:nvSpPr>
        <p:spPr>
          <a:xfrm>
            <a:off x="1088572" y="685800"/>
            <a:ext cx="3057247" cy="523220"/>
          </a:xfrm>
          <a:prstGeom prst="rect">
            <a:avLst/>
          </a:prstGeom>
          <a:noFill/>
        </p:spPr>
        <p:txBody>
          <a:bodyPr wrap="none" rtlCol="0">
            <a:spAutoFit/>
          </a:bodyPr>
          <a:lstStyle/>
          <a:p>
            <a:r>
              <a:rPr kumimoji="1" lang="ja-JP" altLang="en-US" sz="2800" dirty="0"/>
              <a:t>実際に使用した図</a:t>
            </a:r>
          </a:p>
        </p:txBody>
      </p:sp>
      <p:pic>
        <p:nvPicPr>
          <p:cNvPr id="5" name="図 4" descr="ソファの上に置かれている&#10;&#10;AI 生成コンテンツは誤りを含む可能性があります。">
            <a:extLst>
              <a:ext uri="{FF2B5EF4-FFF2-40B4-BE49-F238E27FC236}">
                <a16:creationId xmlns:a16="http://schemas.microsoft.com/office/drawing/2014/main" id="{40A4CD22-2FF4-BE42-A35F-EB87D7F87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3478" y="1873048"/>
            <a:ext cx="3360627" cy="4479825"/>
          </a:xfrm>
          <a:prstGeom prst="rect">
            <a:avLst/>
          </a:prstGeom>
        </p:spPr>
      </p:pic>
      <p:pic>
        <p:nvPicPr>
          <p:cNvPr id="7" name="図 6" descr="屋内, 座る, テーブル, 小さい が含まれている画像&#10;&#10;AI 生成コンテンツは誤りを含む可能性があります。">
            <a:extLst>
              <a:ext uri="{FF2B5EF4-FFF2-40B4-BE49-F238E27FC236}">
                <a16:creationId xmlns:a16="http://schemas.microsoft.com/office/drawing/2014/main" id="{07C2754A-46F3-0004-FF5A-14D248273E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895" y="1637947"/>
            <a:ext cx="3470605" cy="4626429"/>
          </a:xfrm>
          <a:prstGeom prst="rect">
            <a:avLst/>
          </a:prstGeom>
        </p:spPr>
      </p:pic>
      <p:pic>
        <p:nvPicPr>
          <p:cNvPr id="9" name="図 8" descr="ソファ, 座る, 屋内, 猫 が含まれている画像&#10;&#10;AI 生成コンテンツは誤りを含む可能性があります。">
            <a:extLst>
              <a:ext uri="{FF2B5EF4-FFF2-40B4-BE49-F238E27FC236}">
                <a16:creationId xmlns:a16="http://schemas.microsoft.com/office/drawing/2014/main" id="{F7B43791-997A-0909-F010-B42A4B01D5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0697" y="1726444"/>
            <a:ext cx="3470605" cy="4626429"/>
          </a:xfrm>
          <a:prstGeom prst="rect">
            <a:avLst/>
          </a:prstGeom>
        </p:spPr>
      </p:pic>
    </p:spTree>
    <p:extLst>
      <p:ext uri="{BB962C8B-B14F-4D97-AF65-F5344CB8AC3E}">
        <p14:creationId xmlns:p14="http://schemas.microsoft.com/office/powerpoint/2010/main" val="262798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台の上に置かれた歯ブラシ&#10;&#10;AI 生成コンテンツは誤りを含む可能性があります。">
            <a:extLst>
              <a:ext uri="{FF2B5EF4-FFF2-40B4-BE49-F238E27FC236}">
                <a16:creationId xmlns:a16="http://schemas.microsoft.com/office/drawing/2014/main" id="{76039836-EE29-9185-D933-3448CBCCED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344" y="1295398"/>
            <a:ext cx="3553834" cy="4735288"/>
          </a:xfrm>
          <a:prstGeom prst="rect">
            <a:avLst/>
          </a:prstGeom>
        </p:spPr>
      </p:pic>
      <p:pic>
        <p:nvPicPr>
          <p:cNvPr id="5" name="図 4" descr="屋内, 座る, 小さい, テーブル が含まれている画像&#10;&#10;AI 生成コンテンツは誤りを含む可能性があります。">
            <a:extLst>
              <a:ext uri="{FF2B5EF4-FFF2-40B4-BE49-F238E27FC236}">
                <a16:creationId xmlns:a16="http://schemas.microsoft.com/office/drawing/2014/main" id="{433885F9-0B8A-7781-41A6-82FF370FC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538" y="1295398"/>
            <a:ext cx="3553833" cy="4735288"/>
          </a:xfrm>
          <a:prstGeom prst="rect">
            <a:avLst/>
          </a:prstGeom>
        </p:spPr>
      </p:pic>
      <p:pic>
        <p:nvPicPr>
          <p:cNvPr id="7" name="図 6" descr="屋内, 座る, 小さい, フロント が含まれている画像&#10;&#10;AI 生成コンテンツは誤りを含む可能性があります。">
            <a:extLst>
              <a:ext uri="{FF2B5EF4-FFF2-40B4-BE49-F238E27FC236}">
                <a16:creationId xmlns:a16="http://schemas.microsoft.com/office/drawing/2014/main" id="{C2F5BBA1-6FD0-880B-8D4B-CDF93A8C6C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3361" y="1295398"/>
            <a:ext cx="3553834" cy="4735288"/>
          </a:xfrm>
          <a:prstGeom prst="rect">
            <a:avLst/>
          </a:prstGeom>
        </p:spPr>
      </p:pic>
      <p:sp>
        <p:nvSpPr>
          <p:cNvPr id="8" name="テキスト ボックス 7">
            <a:extLst>
              <a:ext uri="{FF2B5EF4-FFF2-40B4-BE49-F238E27FC236}">
                <a16:creationId xmlns:a16="http://schemas.microsoft.com/office/drawing/2014/main" id="{D10F157E-4F8A-00EB-2C9E-FA4DF364D3AC}"/>
              </a:ext>
            </a:extLst>
          </p:cNvPr>
          <p:cNvSpPr txBox="1"/>
          <p:nvPr/>
        </p:nvSpPr>
        <p:spPr>
          <a:xfrm>
            <a:off x="1040595" y="686583"/>
            <a:ext cx="9930924" cy="369332"/>
          </a:xfrm>
          <a:prstGeom prst="rect">
            <a:avLst/>
          </a:prstGeom>
          <a:noFill/>
        </p:spPr>
        <p:txBody>
          <a:bodyPr wrap="none" rtlCol="0">
            <a:spAutoFit/>
          </a:bodyPr>
          <a:lstStyle/>
          <a:p>
            <a:r>
              <a:rPr kumimoji="1" lang="ja-JP" altLang="en-US" dirty="0"/>
              <a:t>シャーペン２本　蛍光ペン</a:t>
            </a:r>
            <a:r>
              <a:rPr kumimoji="1" lang="en-US" altLang="ja-JP" dirty="0"/>
              <a:t>1</a:t>
            </a:r>
            <a:r>
              <a:rPr kumimoji="1" lang="ja-JP" altLang="en-US" dirty="0"/>
              <a:t>本　ボールペン</a:t>
            </a:r>
            <a:r>
              <a:rPr kumimoji="1" lang="en-US" altLang="ja-JP" dirty="0"/>
              <a:t>3</a:t>
            </a:r>
            <a:r>
              <a:rPr kumimoji="1" lang="ja-JP" altLang="en-US" dirty="0"/>
              <a:t>本　黒マーカー</a:t>
            </a:r>
            <a:r>
              <a:rPr kumimoji="1" lang="en-US" altLang="ja-JP" dirty="0"/>
              <a:t>1</a:t>
            </a:r>
            <a:r>
              <a:rPr kumimoji="1" lang="ja-JP" altLang="en-US" dirty="0"/>
              <a:t>本　定規</a:t>
            </a:r>
            <a:r>
              <a:rPr kumimoji="1" lang="en-US" altLang="ja-JP" dirty="0"/>
              <a:t>1</a:t>
            </a:r>
            <a:r>
              <a:rPr kumimoji="1" lang="ja-JP" altLang="en-US" dirty="0"/>
              <a:t>本　シャー芯入れ１つ</a:t>
            </a:r>
          </a:p>
        </p:txBody>
      </p:sp>
    </p:spTree>
    <p:extLst>
      <p:ext uri="{BB962C8B-B14F-4D97-AF65-F5344CB8AC3E}">
        <p14:creationId xmlns:p14="http://schemas.microsoft.com/office/powerpoint/2010/main" val="1668345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317EFDB-5F08-FFBA-C58D-D66215704637}"/>
              </a:ext>
            </a:extLst>
          </p:cNvPr>
          <p:cNvSpPr/>
          <p:nvPr/>
        </p:nvSpPr>
        <p:spPr>
          <a:xfrm>
            <a:off x="517153" y="689874"/>
            <a:ext cx="3379934" cy="729343"/>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6F73EC4E-A7E2-B3BA-1023-BCC7C0F2167F}"/>
              </a:ext>
            </a:extLst>
          </p:cNvPr>
          <p:cNvSpPr txBox="1"/>
          <p:nvPr/>
        </p:nvSpPr>
        <p:spPr>
          <a:xfrm>
            <a:off x="892628" y="772886"/>
            <a:ext cx="2492990" cy="646331"/>
          </a:xfrm>
          <a:prstGeom prst="rect">
            <a:avLst/>
          </a:prstGeom>
          <a:noFill/>
        </p:spPr>
        <p:txBody>
          <a:bodyPr wrap="none" rtlCol="0">
            <a:spAutoFit/>
          </a:bodyPr>
          <a:lstStyle/>
          <a:p>
            <a:r>
              <a:rPr kumimoji="1" lang="ja-JP" altLang="en-US" sz="3600" dirty="0"/>
              <a:t>工夫した点</a:t>
            </a:r>
          </a:p>
        </p:txBody>
      </p:sp>
      <p:sp>
        <p:nvSpPr>
          <p:cNvPr id="4" name="テキスト ボックス 3">
            <a:extLst>
              <a:ext uri="{FF2B5EF4-FFF2-40B4-BE49-F238E27FC236}">
                <a16:creationId xmlns:a16="http://schemas.microsoft.com/office/drawing/2014/main" id="{683544C5-94AE-23B2-EEFD-5A9745FC2D6E}"/>
              </a:ext>
            </a:extLst>
          </p:cNvPr>
          <p:cNvSpPr txBox="1"/>
          <p:nvPr/>
        </p:nvSpPr>
        <p:spPr>
          <a:xfrm>
            <a:off x="1001641" y="2096087"/>
            <a:ext cx="9520555" cy="800219"/>
          </a:xfrm>
          <a:prstGeom prst="rect">
            <a:avLst/>
          </a:prstGeom>
          <a:noFill/>
        </p:spPr>
        <p:txBody>
          <a:bodyPr wrap="none" rtlCol="0">
            <a:spAutoFit/>
          </a:bodyPr>
          <a:lstStyle/>
          <a:p>
            <a:r>
              <a:rPr kumimoji="1" lang="ja-JP" altLang="en-US" sz="2800" dirty="0"/>
              <a:t>スマホを立てる部分をスマホのサイズピッタリにしたこと</a:t>
            </a:r>
            <a:endParaRPr kumimoji="1" lang="en-US" altLang="ja-JP" sz="2800" dirty="0"/>
          </a:p>
          <a:p>
            <a:endParaRPr kumimoji="1" lang="ja-JP" altLang="en-US" dirty="0"/>
          </a:p>
        </p:txBody>
      </p:sp>
      <p:sp>
        <p:nvSpPr>
          <p:cNvPr id="5" name="テキスト ボックス 4">
            <a:extLst>
              <a:ext uri="{FF2B5EF4-FFF2-40B4-BE49-F238E27FC236}">
                <a16:creationId xmlns:a16="http://schemas.microsoft.com/office/drawing/2014/main" id="{FC9AE150-97B3-6765-49B7-48D68B0A7155}"/>
              </a:ext>
            </a:extLst>
          </p:cNvPr>
          <p:cNvSpPr txBox="1"/>
          <p:nvPr/>
        </p:nvSpPr>
        <p:spPr>
          <a:xfrm>
            <a:off x="1001641" y="3438475"/>
            <a:ext cx="9161482" cy="523220"/>
          </a:xfrm>
          <a:prstGeom prst="rect">
            <a:avLst/>
          </a:prstGeom>
          <a:noFill/>
        </p:spPr>
        <p:txBody>
          <a:bodyPr wrap="none" rtlCol="0">
            <a:spAutoFit/>
          </a:bodyPr>
          <a:lstStyle/>
          <a:p>
            <a:r>
              <a:rPr kumimoji="1" lang="ja-JP" altLang="en-US" sz="2800" dirty="0"/>
              <a:t>色の主張を薄くすることで空間に馴染むようにしたこと</a:t>
            </a:r>
          </a:p>
        </p:txBody>
      </p:sp>
      <p:sp>
        <p:nvSpPr>
          <p:cNvPr id="6" name="テキスト ボックス 5">
            <a:extLst>
              <a:ext uri="{FF2B5EF4-FFF2-40B4-BE49-F238E27FC236}">
                <a16:creationId xmlns:a16="http://schemas.microsoft.com/office/drawing/2014/main" id="{4C49D398-5903-7D2D-6397-DF5A58203259}"/>
              </a:ext>
            </a:extLst>
          </p:cNvPr>
          <p:cNvSpPr txBox="1"/>
          <p:nvPr/>
        </p:nvSpPr>
        <p:spPr>
          <a:xfrm>
            <a:off x="1001641" y="4484676"/>
            <a:ext cx="9161482" cy="954107"/>
          </a:xfrm>
          <a:prstGeom prst="rect">
            <a:avLst/>
          </a:prstGeom>
          <a:noFill/>
        </p:spPr>
        <p:txBody>
          <a:bodyPr wrap="none" rtlCol="0">
            <a:spAutoFit/>
          </a:bodyPr>
          <a:lstStyle/>
          <a:p>
            <a:r>
              <a:rPr kumimoji="1" lang="ja-JP" altLang="en-US" sz="2800" dirty="0"/>
              <a:t>ペンを立てるスペースを筆箱の中身、全てが入るように</a:t>
            </a:r>
            <a:endParaRPr kumimoji="1" lang="en-US" altLang="ja-JP" sz="2800" dirty="0"/>
          </a:p>
          <a:p>
            <a:r>
              <a:rPr kumimoji="1" lang="ja-JP" altLang="en-US" sz="2800" dirty="0"/>
              <a:t>計算して</a:t>
            </a:r>
            <a:r>
              <a:rPr lang="ja-JP" altLang="en-US" sz="2800" dirty="0"/>
              <a:t>製作したこと</a:t>
            </a:r>
            <a:endParaRPr kumimoji="1" lang="en-US" altLang="ja-JP" sz="2800" dirty="0"/>
          </a:p>
        </p:txBody>
      </p:sp>
    </p:spTree>
    <p:extLst>
      <p:ext uri="{BB962C8B-B14F-4D97-AF65-F5344CB8AC3E}">
        <p14:creationId xmlns:p14="http://schemas.microsoft.com/office/powerpoint/2010/main" val="1525325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F97637B-175E-B8F5-3111-B851134738B9}"/>
              </a:ext>
            </a:extLst>
          </p:cNvPr>
          <p:cNvSpPr/>
          <p:nvPr/>
        </p:nvSpPr>
        <p:spPr>
          <a:xfrm>
            <a:off x="1828800" y="4675924"/>
            <a:ext cx="8534400" cy="14527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BB86802D-74D3-A5CD-4661-CFAA594D5A5F}"/>
              </a:ext>
            </a:extLst>
          </p:cNvPr>
          <p:cNvSpPr/>
          <p:nvPr/>
        </p:nvSpPr>
        <p:spPr>
          <a:xfrm>
            <a:off x="838198" y="559247"/>
            <a:ext cx="3418116" cy="72934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6D15F0CB-E400-8DFC-E9AA-8A17F8597A73}"/>
              </a:ext>
            </a:extLst>
          </p:cNvPr>
          <p:cNvSpPr txBox="1"/>
          <p:nvPr/>
        </p:nvSpPr>
        <p:spPr>
          <a:xfrm>
            <a:off x="1073058" y="642258"/>
            <a:ext cx="2954655" cy="646331"/>
          </a:xfrm>
          <a:prstGeom prst="rect">
            <a:avLst/>
          </a:prstGeom>
          <a:noFill/>
        </p:spPr>
        <p:txBody>
          <a:bodyPr wrap="none" rtlCol="0">
            <a:spAutoFit/>
          </a:bodyPr>
          <a:lstStyle/>
          <a:p>
            <a:r>
              <a:rPr kumimoji="1" lang="ja-JP" altLang="en-US" sz="3600" dirty="0"/>
              <a:t>改善点と感想</a:t>
            </a:r>
          </a:p>
        </p:txBody>
      </p:sp>
      <p:sp>
        <p:nvSpPr>
          <p:cNvPr id="5" name="テキスト ボックス 4">
            <a:extLst>
              <a:ext uri="{FF2B5EF4-FFF2-40B4-BE49-F238E27FC236}">
                <a16:creationId xmlns:a16="http://schemas.microsoft.com/office/drawing/2014/main" id="{384FD0CD-8153-2DAD-ECFE-2118CF0480BE}"/>
              </a:ext>
            </a:extLst>
          </p:cNvPr>
          <p:cNvSpPr txBox="1"/>
          <p:nvPr/>
        </p:nvSpPr>
        <p:spPr>
          <a:xfrm>
            <a:off x="517009" y="2180160"/>
            <a:ext cx="10597773" cy="523220"/>
          </a:xfrm>
          <a:prstGeom prst="rect">
            <a:avLst/>
          </a:prstGeom>
          <a:noFill/>
        </p:spPr>
        <p:txBody>
          <a:bodyPr wrap="none" rtlCol="0">
            <a:spAutoFit/>
          </a:bodyPr>
          <a:lstStyle/>
          <a:p>
            <a:r>
              <a:rPr kumimoji="1" lang="ja-JP" altLang="en-US" sz="2800" dirty="0"/>
              <a:t>後ろのペン立ての存在感が強くて少し重たく見えてしまったこと</a:t>
            </a:r>
          </a:p>
        </p:txBody>
      </p:sp>
      <p:sp>
        <p:nvSpPr>
          <p:cNvPr id="6" name="テキスト ボックス 5">
            <a:extLst>
              <a:ext uri="{FF2B5EF4-FFF2-40B4-BE49-F238E27FC236}">
                <a16:creationId xmlns:a16="http://schemas.microsoft.com/office/drawing/2014/main" id="{23F0487E-1F25-2390-8CF2-51459AB24021}"/>
              </a:ext>
            </a:extLst>
          </p:cNvPr>
          <p:cNvSpPr txBox="1"/>
          <p:nvPr/>
        </p:nvSpPr>
        <p:spPr>
          <a:xfrm>
            <a:off x="517009" y="3254828"/>
            <a:ext cx="10956846" cy="523220"/>
          </a:xfrm>
          <a:prstGeom prst="rect">
            <a:avLst/>
          </a:prstGeom>
          <a:noFill/>
        </p:spPr>
        <p:txBody>
          <a:bodyPr wrap="none" rtlCol="0">
            <a:spAutoFit/>
          </a:bodyPr>
          <a:lstStyle/>
          <a:p>
            <a:r>
              <a:rPr kumimoji="1" lang="ja-JP" altLang="en-US" sz="2800" dirty="0"/>
              <a:t>出力に時間がかかるので実際に教室に設置する大量生産には不向き</a:t>
            </a:r>
            <a:endParaRPr kumimoji="1" lang="en-US" altLang="ja-JP" sz="2800" dirty="0"/>
          </a:p>
        </p:txBody>
      </p:sp>
      <p:sp>
        <p:nvSpPr>
          <p:cNvPr id="7" name="テキスト ボックス 6">
            <a:extLst>
              <a:ext uri="{FF2B5EF4-FFF2-40B4-BE49-F238E27FC236}">
                <a16:creationId xmlns:a16="http://schemas.microsoft.com/office/drawing/2014/main" id="{98520C2D-E4FE-22D8-06D4-661D1E1376DE}"/>
              </a:ext>
            </a:extLst>
          </p:cNvPr>
          <p:cNvSpPr txBox="1"/>
          <p:nvPr/>
        </p:nvSpPr>
        <p:spPr>
          <a:xfrm>
            <a:off x="2233404" y="4800600"/>
            <a:ext cx="7725192" cy="1231106"/>
          </a:xfrm>
          <a:prstGeom prst="rect">
            <a:avLst/>
          </a:prstGeom>
          <a:noFill/>
        </p:spPr>
        <p:txBody>
          <a:bodyPr wrap="none" rtlCol="0">
            <a:spAutoFit/>
          </a:bodyPr>
          <a:lstStyle/>
          <a:p>
            <a:r>
              <a:rPr kumimoji="1" lang="ja-JP" altLang="en-US" sz="2800" dirty="0"/>
              <a:t>たくさん考えて、何回も出力してやっと</a:t>
            </a:r>
            <a:endParaRPr kumimoji="1" lang="en-US" altLang="ja-JP" sz="2800" dirty="0"/>
          </a:p>
          <a:p>
            <a:r>
              <a:rPr kumimoji="1" lang="ja-JP" altLang="en-US" sz="2800" dirty="0"/>
              <a:t>出来上がったときの達成感は忘れられません！</a:t>
            </a:r>
            <a:endParaRPr kumimoji="1" lang="en-US" altLang="ja-JP" sz="2800" dirty="0"/>
          </a:p>
          <a:p>
            <a:endParaRPr kumimoji="1" lang="ja-JP" altLang="en-US" dirty="0"/>
          </a:p>
        </p:txBody>
      </p:sp>
    </p:spTree>
    <p:extLst>
      <p:ext uri="{BB962C8B-B14F-4D97-AF65-F5344CB8AC3E}">
        <p14:creationId xmlns:p14="http://schemas.microsoft.com/office/powerpoint/2010/main" val="798929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D71B7D3-60C3-A5D5-F032-C54DFE506DEC}"/>
              </a:ext>
            </a:extLst>
          </p:cNvPr>
          <p:cNvSpPr txBox="1"/>
          <p:nvPr/>
        </p:nvSpPr>
        <p:spPr>
          <a:xfrm>
            <a:off x="2340429" y="2971800"/>
            <a:ext cx="7109639" cy="646331"/>
          </a:xfrm>
          <a:prstGeom prst="rect">
            <a:avLst/>
          </a:prstGeom>
          <a:noFill/>
        </p:spPr>
        <p:txBody>
          <a:bodyPr wrap="none" rtlCol="0">
            <a:spAutoFit/>
          </a:bodyPr>
          <a:lstStyle/>
          <a:p>
            <a:r>
              <a:rPr kumimoji="1" lang="ja-JP" altLang="en-US" sz="3600" dirty="0"/>
              <a:t>ご清聴ありがとうございました！</a:t>
            </a:r>
          </a:p>
        </p:txBody>
      </p:sp>
      <p:pic>
        <p:nvPicPr>
          <p:cNvPr id="1028" name="Picture 4" descr="スマホ擬人化イラスト／無料イラストなら「イラストAC」">
            <a:extLst>
              <a:ext uri="{FF2B5EF4-FFF2-40B4-BE49-F238E27FC236}">
                <a16:creationId xmlns:a16="http://schemas.microsoft.com/office/drawing/2014/main" id="{8B3EEFF2-567E-F366-2F80-EA0063DD2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4542" y="3618131"/>
            <a:ext cx="3605212" cy="27058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indos personajes de útiles escolares un lápiz sostiene un lápiz en la ...">
            <a:extLst>
              <a:ext uri="{FF2B5EF4-FFF2-40B4-BE49-F238E27FC236}">
                <a16:creationId xmlns:a16="http://schemas.microsoft.com/office/drawing/2014/main" id="{9BA8F398-5BB3-5291-4AE3-D97BE6DEC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000" y="43543"/>
            <a:ext cx="2928257" cy="2928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93328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182</Words>
  <Application>Microsoft Macintosh PowerPoint</Application>
  <PresentationFormat>ワイド画面</PresentationFormat>
  <Paragraphs>29</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スマホ＆ペン立て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初実 矢野</dc:creator>
  <cp:lastModifiedBy>高尾 俊介</cp:lastModifiedBy>
  <cp:revision>5</cp:revision>
  <dcterms:created xsi:type="dcterms:W3CDTF">2026-01-13T10:48:29Z</dcterms:created>
  <dcterms:modified xsi:type="dcterms:W3CDTF">2026-01-16T05:17:55Z</dcterms:modified>
</cp:coreProperties>
</file>